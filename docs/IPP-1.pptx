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3" r:id="rId3"/>
    <p:sldId id="387" r:id="rId4"/>
    <p:sldId id="414" r:id="rId5"/>
    <p:sldId id="415" r:id="rId6"/>
    <p:sldId id="403" r:id="rId7"/>
    <p:sldId id="416" r:id="rId8"/>
    <p:sldId id="404" r:id="rId9"/>
    <p:sldId id="413" r:id="rId10"/>
    <p:sldId id="405" r:id="rId11"/>
    <p:sldId id="418" r:id="rId12"/>
    <p:sldId id="406" r:id="rId13"/>
    <p:sldId id="419" r:id="rId14"/>
    <p:sldId id="407" r:id="rId15"/>
    <p:sldId id="408" r:id="rId16"/>
    <p:sldId id="410" r:id="rId17"/>
    <p:sldId id="409" r:id="rId18"/>
    <p:sldId id="411" r:id="rId19"/>
    <p:sldId id="260" r:id="rId2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B0082"/>
    <a:srgbClr val="2A6C35"/>
    <a:srgbClr val="8093F4"/>
    <a:srgbClr val="000099"/>
    <a:srgbClr val="00CC00"/>
    <a:srgbClr val="FF0000"/>
    <a:srgbClr val="FF7F00"/>
    <a:srgbClr val="FFFF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A88029-2739-5B06-3714-A7988A93AD3C}" v="28" dt="2026-03-30T07:17:13.382"/>
    <p1510:client id="{61BC8ACF-8DF9-3101-86CE-AA4597CB2D1D}" v="1598" dt="2026-03-29T14:45:35.550"/>
    <p1510:client id="{8AD541D5-FA34-C152-4D30-C4C11A69D108}" v="2" dt="2026-03-29T11:36:47.4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nesh  S" userId="S::sheshatvamsreenesh25ci@rnsit.ac.in::8fc6e7b2-26e8-4828-82f8-72e7081883d7" providerId="AD" clId="Web-{61BC8ACF-8DF9-3101-86CE-AA4597CB2D1D}"/>
    <pc:docChg chg="addSld delSld modSld">
      <pc:chgData name="Sreenesh  S" userId="S::sheshatvamsreenesh25ci@rnsit.ac.in::8fc6e7b2-26e8-4828-82f8-72e7081883d7" providerId="AD" clId="Web-{61BC8ACF-8DF9-3101-86CE-AA4597CB2D1D}" dt="2026-03-29T14:45:35.550" v="976"/>
      <pc:docMkLst>
        <pc:docMk/>
      </pc:docMkLst>
      <pc:sldChg chg="modSp">
        <pc:chgData name="Sreenesh  S" userId="S::sheshatvamsreenesh25ci@rnsit.ac.in::8fc6e7b2-26e8-4828-82f8-72e7081883d7" providerId="AD" clId="Web-{61BC8ACF-8DF9-3101-86CE-AA4597CB2D1D}" dt="2026-03-29T14:42:16.093" v="919" actId="20577"/>
        <pc:sldMkLst>
          <pc:docMk/>
          <pc:sldMk cId="2437374690" sldId="256"/>
        </pc:sldMkLst>
        <pc:spChg chg="mod">
          <ac:chgData name="Sreenesh  S" userId="S::sheshatvamsreenesh25ci@rnsit.ac.in::8fc6e7b2-26e8-4828-82f8-72e7081883d7" providerId="AD" clId="Web-{61BC8ACF-8DF9-3101-86CE-AA4597CB2D1D}" dt="2026-03-29T14:42:16.093" v="919" actId="20577"/>
          <ac:spMkLst>
            <pc:docMk/>
            <pc:sldMk cId="2437374690" sldId="256"/>
            <ac:spMk id="3" creationId="{5C630C3B-E18A-E8F3-B68F-08BC3878F097}"/>
          </ac:spMkLst>
        </pc:spChg>
        <pc:spChg chg="mod">
          <ac:chgData name="Sreenesh  S" userId="S::sheshatvamsreenesh25ci@rnsit.ac.in::8fc6e7b2-26e8-4828-82f8-72e7081883d7" providerId="AD" clId="Web-{61BC8ACF-8DF9-3101-86CE-AA4597CB2D1D}" dt="2026-03-29T14:41:04.655" v="908" actId="20577"/>
          <ac:spMkLst>
            <pc:docMk/>
            <pc:sldMk cId="2437374690" sldId="256"/>
            <ac:spMk id="12" creationId="{904AE192-1C66-65CC-9B2C-21EC7EF914D6}"/>
          </ac:spMkLst>
        </pc:spChg>
      </pc:sldChg>
      <pc:sldChg chg="addSp modSp">
        <pc:chgData name="Sreenesh  S" userId="S::sheshatvamsreenesh25ci@rnsit.ac.in::8fc6e7b2-26e8-4828-82f8-72e7081883d7" providerId="AD" clId="Web-{61BC8ACF-8DF9-3101-86CE-AA4597CB2D1D}" dt="2026-03-29T14:44:34.925" v="958" actId="20577"/>
        <pc:sldMkLst>
          <pc:docMk/>
          <pc:sldMk cId="1573688395" sldId="260"/>
        </pc:sldMkLst>
        <pc:spChg chg="add mod">
          <ac:chgData name="Sreenesh  S" userId="S::sheshatvamsreenesh25ci@rnsit.ac.in::8fc6e7b2-26e8-4828-82f8-72e7081883d7" providerId="AD" clId="Web-{61BC8ACF-8DF9-3101-86CE-AA4597CB2D1D}" dt="2026-03-29T14:44:34.925" v="958" actId="20577"/>
          <ac:spMkLst>
            <pc:docMk/>
            <pc:sldMk cId="1573688395" sldId="260"/>
            <ac:spMk id="2" creationId="{383D9686-1289-AC17-D2C2-6391AC76A788}"/>
          </ac:spMkLst>
        </pc:spChg>
      </pc:sldChg>
      <pc:sldChg chg="modSp">
        <pc:chgData name="Sreenesh  S" userId="S::sheshatvamsreenesh25ci@rnsit.ac.in::8fc6e7b2-26e8-4828-82f8-72e7081883d7" providerId="AD" clId="Web-{61BC8ACF-8DF9-3101-86CE-AA4597CB2D1D}" dt="2026-03-29T14:42:10.390" v="917" actId="20577"/>
        <pc:sldMkLst>
          <pc:docMk/>
          <pc:sldMk cId="4033384841" sldId="263"/>
        </pc:sldMkLst>
        <pc:spChg chg="mod">
          <ac:chgData name="Sreenesh  S" userId="S::sheshatvamsreenesh25ci@rnsit.ac.in::8fc6e7b2-26e8-4828-82f8-72e7081883d7" providerId="AD" clId="Web-{61BC8ACF-8DF9-3101-86CE-AA4597CB2D1D}" dt="2026-03-29T14:42:10.390" v="917" actId="20577"/>
          <ac:spMkLst>
            <pc:docMk/>
            <pc:sldMk cId="4033384841" sldId="263"/>
            <ac:spMk id="24" creationId="{B964DDC4-19EE-4761-B706-500B4B31A6CB}"/>
          </ac:spMkLst>
        </pc:spChg>
      </pc:sldChg>
      <pc:sldChg chg="addSp modSp">
        <pc:chgData name="Sreenesh  S" userId="S::sheshatvamsreenesh25ci@rnsit.ac.in::8fc6e7b2-26e8-4828-82f8-72e7081883d7" providerId="AD" clId="Web-{61BC8ACF-8DF9-3101-86CE-AA4597CB2D1D}" dt="2026-03-29T14:41:40.780" v="913" actId="20577"/>
        <pc:sldMkLst>
          <pc:docMk/>
          <pc:sldMk cId="3785626555" sldId="387"/>
        </pc:sldMkLst>
        <pc:spChg chg="add mod">
          <ac:chgData name="Sreenesh  S" userId="S::sheshatvamsreenesh25ci@rnsit.ac.in::8fc6e7b2-26e8-4828-82f8-72e7081883d7" providerId="AD" clId="Web-{61BC8ACF-8DF9-3101-86CE-AA4597CB2D1D}" dt="2026-03-29T14:41:40.780" v="913" actId="20577"/>
          <ac:spMkLst>
            <pc:docMk/>
            <pc:sldMk cId="3785626555" sldId="387"/>
            <ac:spMk id="3" creationId="{5DB0B54A-FA6E-9356-15F5-16A76EF3F64F}"/>
          </ac:spMkLst>
        </pc:spChg>
        <pc:spChg chg="mod">
          <ac:chgData name="Sreenesh  S" userId="S::sheshatvamsreenesh25ci@rnsit.ac.in::8fc6e7b2-26e8-4828-82f8-72e7081883d7" providerId="AD" clId="Web-{61BC8ACF-8DF9-3101-86CE-AA4597CB2D1D}" dt="2026-03-29T12:53:31.227" v="269" actId="1076"/>
          <ac:spMkLst>
            <pc:docMk/>
            <pc:sldMk cId="3785626555" sldId="387"/>
            <ac:spMk id="5" creationId="{00000000-0000-0000-0000-000000000000}"/>
          </ac:spMkLst>
        </pc:spChg>
      </pc:sldChg>
      <pc:sldChg chg="addSp delSp modSp">
        <pc:chgData name="Sreenesh  S" userId="S::sheshatvamsreenesh25ci@rnsit.ac.in::8fc6e7b2-26e8-4828-82f8-72e7081883d7" providerId="AD" clId="Web-{61BC8ACF-8DF9-3101-86CE-AA4597CB2D1D}" dt="2026-03-29T14:43:16.673" v="944" actId="20577"/>
        <pc:sldMkLst>
          <pc:docMk/>
          <pc:sldMk cId="2646675485" sldId="403"/>
        </pc:sldMkLst>
        <pc:spChg chg="mod">
          <ac:chgData name="Sreenesh  S" userId="S::sheshatvamsreenesh25ci@rnsit.ac.in::8fc6e7b2-26e8-4828-82f8-72e7081883d7" providerId="AD" clId="Web-{61BC8ACF-8DF9-3101-86CE-AA4597CB2D1D}" dt="2026-03-29T14:17:41.154" v="464" actId="14100"/>
          <ac:spMkLst>
            <pc:docMk/>
            <pc:sldMk cId="2646675485" sldId="403"/>
            <ac:spMk id="3" creationId="{304CFBB9-27E9-B708-1C47-4DF22BFB04FC}"/>
          </ac:spMkLst>
        </pc:spChg>
        <pc:spChg chg="add del mod">
          <ac:chgData name="Sreenesh  S" userId="S::sheshatvamsreenesh25ci@rnsit.ac.in::8fc6e7b2-26e8-4828-82f8-72e7081883d7" providerId="AD" clId="Web-{61BC8ACF-8DF9-3101-86CE-AA4597CB2D1D}" dt="2026-03-29T14:17:38.576" v="463"/>
          <ac:spMkLst>
            <pc:docMk/>
            <pc:sldMk cId="2646675485" sldId="403"/>
            <ac:spMk id="4" creationId="{CB44A8A8-FBC8-47E1-AE1C-03843BE5EE0C}"/>
          </ac:spMkLst>
        </pc:spChg>
        <pc:spChg chg="add del mod">
          <ac:chgData name="Sreenesh  S" userId="S::sheshatvamsreenesh25ci@rnsit.ac.in::8fc6e7b2-26e8-4828-82f8-72e7081883d7" providerId="AD" clId="Web-{61BC8ACF-8DF9-3101-86CE-AA4597CB2D1D}" dt="2026-03-29T14:17:30.545" v="460"/>
          <ac:spMkLst>
            <pc:docMk/>
            <pc:sldMk cId="2646675485" sldId="403"/>
            <ac:spMk id="5" creationId="{3BC2EA05-8197-B2EE-1798-4A2D5D452BF6}"/>
          </ac:spMkLst>
        </pc:spChg>
        <pc:spChg chg="add mod">
          <ac:chgData name="Sreenesh  S" userId="S::sheshatvamsreenesh25ci@rnsit.ac.in::8fc6e7b2-26e8-4828-82f8-72e7081883d7" providerId="AD" clId="Web-{61BC8ACF-8DF9-3101-86CE-AA4597CB2D1D}" dt="2026-03-29T14:43:16.673" v="944" actId="20577"/>
          <ac:spMkLst>
            <pc:docMk/>
            <pc:sldMk cId="2646675485" sldId="403"/>
            <ac:spMk id="7" creationId="{73CC6398-D5FF-F06D-840E-C86DD5F0660F}"/>
          </ac:spMkLst>
        </pc:spChg>
      </pc:sldChg>
      <pc:sldChg chg="addSp">
        <pc:chgData name="Sreenesh  S" userId="S::sheshatvamsreenesh25ci@rnsit.ac.in::8fc6e7b2-26e8-4828-82f8-72e7081883d7" providerId="AD" clId="Web-{61BC8ACF-8DF9-3101-86CE-AA4597CB2D1D}" dt="2026-03-29T14:45:35.550" v="976"/>
        <pc:sldMkLst>
          <pc:docMk/>
          <pc:sldMk cId="796384517" sldId="404"/>
        </pc:sldMkLst>
        <pc:spChg chg="add">
          <ac:chgData name="Sreenesh  S" userId="S::sheshatvamsreenesh25ci@rnsit.ac.in::8fc6e7b2-26e8-4828-82f8-72e7081883d7" providerId="AD" clId="Web-{61BC8ACF-8DF9-3101-86CE-AA4597CB2D1D}" dt="2026-03-29T14:45:35.550" v="976"/>
          <ac:spMkLst>
            <pc:docMk/>
            <pc:sldMk cId="796384517" sldId="404"/>
            <ac:spMk id="4" creationId="{C474FD15-7C47-60D9-4562-006E55F08893}"/>
          </ac:spMkLst>
        </pc:spChg>
      </pc:sldChg>
      <pc:sldChg chg="addSp delSp modSp">
        <pc:chgData name="Sreenesh  S" userId="S::sheshatvamsreenesh25ci@rnsit.ac.in::8fc6e7b2-26e8-4828-82f8-72e7081883d7" providerId="AD" clId="Web-{61BC8ACF-8DF9-3101-86CE-AA4597CB2D1D}" dt="2026-03-29T14:45:27.066" v="974"/>
        <pc:sldMkLst>
          <pc:docMk/>
          <pc:sldMk cId="1956260770" sldId="405"/>
        </pc:sldMkLst>
        <pc:spChg chg="add del mod">
          <ac:chgData name="Sreenesh  S" userId="S::sheshatvamsreenesh25ci@rnsit.ac.in::8fc6e7b2-26e8-4828-82f8-72e7081883d7" providerId="AD" clId="Web-{61BC8ACF-8DF9-3101-86CE-AA4597CB2D1D}" dt="2026-03-29T12:49:08.330" v="204"/>
          <ac:spMkLst>
            <pc:docMk/>
            <pc:sldMk cId="1956260770" sldId="405"/>
            <ac:spMk id="3" creationId="{220F6C84-E2E5-DB5A-5EE3-4ED5F928A656}"/>
          </ac:spMkLst>
        </pc:spChg>
        <pc:spChg chg="add mod">
          <ac:chgData name="Sreenesh  S" userId="S::sheshatvamsreenesh25ci@rnsit.ac.in::8fc6e7b2-26e8-4828-82f8-72e7081883d7" providerId="AD" clId="Web-{61BC8ACF-8DF9-3101-86CE-AA4597CB2D1D}" dt="2026-03-29T12:50:27.580" v="231" actId="20577"/>
          <ac:spMkLst>
            <pc:docMk/>
            <pc:sldMk cId="1956260770" sldId="405"/>
            <ac:spMk id="4" creationId="{E18948A5-BED4-66B2-E527-55340CD07818}"/>
          </ac:spMkLst>
        </pc:spChg>
        <pc:spChg chg="add">
          <ac:chgData name="Sreenesh  S" userId="S::sheshatvamsreenesh25ci@rnsit.ac.in::8fc6e7b2-26e8-4828-82f8-72e7081883d7" providerId="AD" clId="Web-{61BC8ACF-8DF9-3101-86CE-AA4597CB2D1D}" dt="2026-03-29T14:45:27.066" v="974"/>
          <ac:spMkLst>
            <pc:docMk/>
            <pc:sldMk cId="1956260770" sldId="405"/>
            <ac:spMk id="5" creationId="{410FDABA-DDAF-1F57-7343-2F8475265D43}"/>
          </ac:spMkLst>
        </pc:spChg>
      </pc:sldChg>
      <pc:sldChg chg="addSp modSp">
        <pc:chgData name="Sreenesh  S" userId="S::sheshatvamsreenesh25ci@rnsit.ac.in::8fc6e7b2-26e8-4828-82f8-72e7081883d7" providerId="AD" clId="Web-{61BC8ACF-8DF9-3101-86CE-AA4597CB2D1D}" dt="2026-03-29T14:45:19.394" v="972"/>
        <pc:sldMkLst>
          <pc:docMk/>
          <pc:sldMk cId="337819606" sldId="406"/>
        </pc:sldMkLst>
        <pc:spChg chg="add mod">
          <ac:chgData name="Sreenesh  S" userId="S::sheshatvamsreenesh25ci@rnsit.ac.in::8fc6e7b2-26e8-4828-82f8-72e7081883d7" providerId="AD" clId="Web-{61BC8ACF-8DF9-3101-86CE-AA4597CB2D1D}" dt="2026-03-29T14:07:17.949" v="380" actId="20577"/>
          <ac:spMkLst>
            <pc:docMk/>
            <pc:sldMk cId="337819606" sldId="406"/>
            <ac:spMk id="3" creationId="{2771C10A-232E-C88B-C310-3FB62D88FE68}"/>
          </ac:spMkLst>
        </pc:spChg>
        <pc:spChg chg="add">
          <ac:chgData name="Sreenesh  S" userId="S::sheshatvamsreenesh25ci@rnsit.ac.in::8fc6e7b2-26e8-4828-82f8-72e7081883d7" providerId="AD" clId="Web-{61BC8ACF-8DF9-3101-86CE-AA4597CB2D1D}" dt="2026-03-29T14:45:19.394" v="972"/>
          <ac:spMkLst>
            <pc:docMk/>
            <pc:sldMk cId="337819606" sldId="406"/>
            <ac:spMk id="5" creationId="{520E1E34-9EFE-CB98-D519-1CE718392942}"/>
          </ac:spMkLst>
        </pc:spChg>
      </pc:sldChg>
      <pc:sldChg chg="addSp delSp modSp">
        <pc:chgData name="Sreenesh  S" userId="S::sheshatvamsreenesh25ci@rnsit.ac.in::8fc6e7b2-26e8-4828-82f8-72e7081883d7" providerId="AD" clId="Web-{61BC8ACF-8DF9-3101-86CE-AA4597CB2D1D}" dt="2026-03-29T14:45:12.628" v="970"/>
        <pc:sldMkLst>
          <pc:docMk/>
          <pc:sldMk cId="2000564755" sldId="407"/>
        </pc:sldMkLst>
        <pc:spChg chg="add del">
          <ac:chgData name="Sreenesh  S" userId="S::sheshatvamsreenesh25ci@rnsit.ac.in::8fc6e7b2-26e8-4828-82f8-72e7081883d7" providerId="AD" clId="Web-{61BC8ACF-8DF9-3101-86CE-AA4597CB2D1D}" dt="2026-03-29T11:45:45.491" v="23"/>
          <ac:spMkLst>
            <pc:docMk/>
            <pc:sldMk cId="2000564755" sldId="407"/>
            <ac:spMk id="3" creationId="{E46DEEB3-14A6-9D3A-630C-FF577DEAAD64}"/>
          </ac:spMkLst>
        </pc:spChg>
        <pc:spChg chg="mod">
          <ac:chgData name="Sreenesh  S" userId="S::sheshatvamsreenesh25ci@rnsit.ac.in::8fc6e7b2-26e8-4828-82f8-72e7081883d7" providerId="AD" clId="Web-{61BC8ACF-8DF9-3101-86CE-AA4597CB2D1D}" dt="2026-03-29T14:20:30.374" v="511" actId="20577"/>
          <ac:spMkLst>
            <pc:docMk/>
            <pc:sldMk cId="2000564755" sldId="407"/>
            <ac:spMk id="4" creationId="{00000000-0000-0000-0000-000000000000}"/>
          </ac:spMkLst>
        </pc:spChg>
        <pc:spChg chg="add mod">
          <ac:chgData name="Sreenesh  S" userId="S::sheshatvamsreenesh25ci@rnsit.ac.in::8fc6e7b2-26e8-4828-82f8-72e7081883d7" providerId="AD" clId="Web-{61BC8ACF-8DF9-3101-86CE-AA4597CB2D1D}" dt="2026-03-29T14:20:58.468" v="517" actId="1076"/>
          <ac:spMkLst>
            <pc:docMk/>
            <pc:sldMk cId="2000564755" sldId="407"/>
            <ac:spMk id="5" creationId="{C1E37773-5164-0F35-01A7-A2EEA65F1FD7}"/>
          </ac:spMkLst>
        </pc:spChg>
        <pc:spChg chg="add">
          <ac:chgData name="Sreenesh  S" userId="S::sheshatvamsreenesh25ci@rnsit.ac.in::8fc6e7b2-26e8-4828-82f8-72e7081883d7" providerId="AD" clId="Web-{61BC8ACF-8DF9-3101-86CE-AA4597CB2D1D}" dt="2026-03-29T14:45:12.628" v="970"/>
          <ac:spMkLst>
            <pc:docMk/>
            <pc:sldMk cId="2000564755" sldId="407"/>
            <ac:spMk id="7" creationId="{0FE3FA8C-EE47-E43D-5948-57E0211CA605}"/>
          </ac:spMkLst>
        </pc:spChg>
      </pc:sldChg>
      <pc:sldChg chg="modSp">
        <pc:chgData name="Sreenesh  S" userId="S::sheshatvamsreenesh25ci@rnsit.ac.in::8fc6e7b2-26e8-4828-82f8-72e7081883d7" providerId="AD" clId="Web-{61BC8ACF-8DF9-3101-86CE-AA4597CB2D1D}" dt="2026-03-29T14:45:08.488" v="969" actId="20577"/>
        <pc:sldMkLst>
          <pc:docMk/>
          <pc:sldMk cId="3581004552" sldId="408"/>
        </pc:sldMkLst>
        <pc:spChg chg="mod">
          <ac:chgData name="Sreenesh  S" userId="S::sheshatvamsreenesh25ci@rnsit.ac.in::8fc6e7b2-26e8-4828-82f8-72e7081883d7" providerId="AD" clId="Web-{61BC8ACF-8DF9-3101-86CE-AA4597CB2D1D}" dt="2026-03-29T08:53:56.994" v="11" actId="20577"/>
          <ac:spMkLst>
            <pc:docMk/>
            <pc:sldMk cId="3581004552" sldId="408"/>
            <ac:spMk id="4" creationId="{00000000-0000-0000-0000-000000000000}"/>
          </ac:spMkLst>
        </pc:spChg>
        <pc:spChg chg="mod">
          <ac:chgData name="Sreenesh  S" userId="S::sheshatvamsreenesh25ci@rnsit.ac.in::8fc6e7b2-26e8-4828-82f8-72e7081883d7" providerId="AD" clId="Web-{61BC8ACF-8DF9-3101-86CE-AA4597CB2D1D}" dt="2026-03-29T14:45:08.488" v="969" actId="20577"/>
          <ac:spMkLst>
            <pc:docMk/>
            <pc:sldMk cId="3581004552" sldId="408"/>
            <ac:spMk id="7" creationId="{62E2ED5A-1D51-FF0C-CFC9-72EC91BCCF27}"/>
          </ac:spMkLst>
        </pc:spChg>
      </pc:sldChg>
      <pc:sldChg chg="addSp modSp">
        <pc:chgData name="Sreenesh  S" userId="S::sheshatvamsreenesh25ci@rnsit.ac.in::8fc6e7b2-26e8-4828-82f8-72e7081883d7" providerId="AD" clId="Web-{61BC8ACF-8DF9-3101-86CE-AA4597CB2D1D}" dt="2026-03-29T14:44:58.237" v="965"/>
        <pc:sldMkLst>
          <pc:docMk/>
          <pc:sldMk cId="1178303227" sldId="409"/>
        </pc:sldMkLst>
        <pc:spChg chg="mod">
          <ac:chgData name="Sreenesh  S" userId="S::sheshatvamsreenesh25ci@rnsit.ac.in::8fc6e7b2-26e8-4828-82f8-72e7081883d7" providerId="AD" clId="Web-{61BC8ACF-8DF9-3101-86CE-AA4597CB2D1D}" dt="2026-03-29T14:21:53.706" v="535" actId="20577"/>
          <ac:spMkLst>
            <pc:docMk/>
            <pc:sldMk cId="1178303227" sldId="409"/>
            <ac:spMk id="3" creationId="{EA02E277-B1AF-67A7-F820-45B4C2629EFD}"/>
          </ac:spMkLst>
        </pc:spChg>
        <pc:spChg chg="add">
          <ac:chgData name="Sreenesh  S" userId="S::sheshatvamsreenesh25ci@rnsit.ac.in::8fc6e7b2-26e8-4828-82f8-72e7081883d7" providerId="AD" clId="Web-{61BC8ACF-8DF9-3101-86CE-AA4597CB2D1D}" dt="2026-03-29T14:44:58.237" v="965"/>
          <ac:spMkLst>
            <pc:docMk/>
            <pc:sldMk cId="1178303227" sldId="409"/>
            <ac:spMk id="7" creationId="{0DEECD24-D887-7D35-D4D8-5E511D0AFD44}"/>
          </ac:spMkLst>
        </pc:spChg>
      </pc:sldChg>
      <pc:sldChg chg="addSp modSp">
        <pc:chgData name="Sreenesh  S" userId="S::sheshatvamsreenesh25ci@rnsit.ac.in::8fc6e7b2-26e8-4828-82f8-72e7081883d7" providerId="AD" clId="Web-{61BC8ACF-8DF9-3101-86CE-AA4597CB2D1D}" dt="2026-03-29T14:45:02.019" v="966"/>
        <pc:sldMkLst>
          <pc:docMk/>
          <pc:sldMk cId="4219453796" sldId="410"/>
        </pc:sldMkLst>
        <pc:spChg chg="mod">
          <ac:chgData name="Sreenesh  S" userId="S::sheshatvamsreenesh25ci@rnsit.ac.in::8fc6e7b2-26e8-4828-82f8-72e7081883d7" providerId="AD" clId="Web-{61BC8ACF-8DF9-3101-86CE-AA4597CB2D1D}" dt="2026-03-29T14:40:46.452" v="907" actId="1076"/>
          <ac:spMkLst>
            <pc:docMk/>
            <pc:sldMk cId="4219453796" sldId="410"/>
            <ac:spMk id="3" creationId="{00000000-0000-0000-0000-000000000000}"/>
          </ac:spMkLst>
        </pc:spChg>
        <pc:spChg chg="add">
          <ac:chgData name="Sreenesh  S" userId="S::sheshatvamsreenesh25ci@rnsit.ac.in::8fc6e7b2-26e8-4828-82f8-72e7081883d7" providerId="AD" clId="Web-{61BC8ACF-8DF9-3101-86CE-AA4597CB2D1D}" dt="2026-03-29T14:45:02.019" v="966"/>
          <ac:spMkLst>
            <pc:docMk/>
            <pc:sldMk cId="4219453796" sldId="410"/>
            <ac:spMk id="5" creationId="{5A70B83E-49CC-4DB0-D552-E67A5084B8FE}"/>
          </ac:spMkLst>
        </pc:spChg>
      </pc:sldChg>
      <pc:sldChg chg="addSp modSp">
        <pc:chgData name="Sreenesh  S" userId="S::sheshatvamsreenesh25ci@rnsit.ac.in::8fc6e7b2-26e8-4828-82f8-72e7081883d7" providerId="AD" clId="Web-{61BC8ACF-8DF9-3101-86CE-AA4597CB2D1D}" dt="2026-03-29T14:44:53.909" v="964" actId="1076"/>
        <pc:sldMkLst>
          <pc:docMk/>
          <pc:sldMk cId="268868346" sldId="411"/>
        </pc:sldMkLst>
        <pc:spChg chg="mod">
          <ac:chgData name="Sreenesh  S" userId="S::sheshatvamsreenesh25ci@rnsit.ac.in::8fc6e7b2-26e8-4828-82f8-72e7081883d7" providerId="AD" clId="Web-{61BC8ACF-8DF9-3101-86CE-AA4597CB2D1D}" dt="2026-03-29T11:49:06.728" v="85" actId="20577"/>
          <ac:spMkLst>
            <pc:docMk/>
            <pc:sldMk cId="268868346" sldId="411"/>
            <ac:spMk id="3" creationId="{00000000-0000-0000-0000-000000000000}"/>
          </ac:spMkLst>
        </pc:spChg>
        <pc:spChg chg="add mod">
          <ac:chgData name="Sreenesh  S" userId="S::sheshatvamsreenesh25ci@rnsit.ac.in::8fc6e7b2-26e8-4828-82f8-72e7081883d7" providerId="AD" clId="Web-{61BC8ACF-8DF9-3101-86CE-AA4597CB2D1D}" dt="2026-03-29T14:44:53.909" v="964" actId="1076"/>
          <ac:spMkLst>
            <pc:docMk/>
            <pc:sldMk cId="268868346" sldId="411"/>
            <ac:spMk id="4" creationId="{6A15C2CD-DCC7-953D-1E68-470BAF3A6AAB}"/>
          </ac:spMkLst>
        </pc:spChg>
      </pc:sldChg>
      <pc:sldChg chg="modSp del">
        <pc:chgData name="Sreenesh  S" userId="S::sheshatvamsreenesh25ci@rnsit.ac.in::8fc6e7b2-26e8-4828-82f8-72e7081883d7" providerId="AD" clId="Web-{61BC8ACF-8DF9-3101-86CE-AA4597CB2D1D}" dt="2026-03-29T12:52:45.085" v="260"/>
        <pc:sldMkLst>
          <pc:docMk/>
          <pc:sldMk cId="3838419334" sldId="412"/>
        </pc:sldMkLst>
        <pc:spChg chg="mod">
          <ac:chgData name="Sreenesh  S" userId="S::sheshatvamsreenesh25ci@rnsit.ac.in::8fc6e7b2-26e8-4828-82f8-72e7081883d7" providerId="AD" clId="Web-{61BC8ACF-8DF9-3101-86CE-AA4597CB2D1D}" dt="2026-03-29T12:52:43.038" v="259" actId="20577"/>
          <ac:spMkLst>
            <pc:docMk/>
            <pc:sldMk cId="3838419334" sldId="412"/>
            <ac:spMk id="3" creationId="{A8F38904-F045-89D7-A019-CF8385D67262}"/>
          </ac:spMkLst>
        </pc:spChg>
      </pc:sldChg>
      <pc:sldChg chg="addSp modSp">
        <pc:chgData name="Sreenesh  S" userId="S::sheshatvamsreenesh25ci@rnsit.ac.in::8fc6e7b2-26e8-4828-82f8-72e7081883d7" providerId="AD" clId="Web-{61BC8ACF-8DF9-3101-86CE-AA4597CB2D1D}" dt="2026-03-29T14:45:31.847" v="975"/>
        <pc:sldMkLst>
          <pc:docMk/>
          <pc:sldMk cId="3619747141" sldId="413"/>
        </pc:sldMkLst>
        <pc:spChg chg="add">
          <ac:chgData name="Sreenesh  S" userId="S::sheshatvamsreenesh25ci@rnsit.ac.in::8fc6e7b2-26e8-4828-82f8-72e7081883d7" providerId="AD" clId="Web-{61BC8ACF-8DF9-3101-86CE-AA4597CB2D1D}" dt="2026-03-29T14:45:31.847" v="975"/>
          <ac:spMkLst>
            <pc:docMk/>
            <pc:sldMk cId="3619747141" sldId="413"/>
            <ac:spMk id="4" creationId="{927E295E-BCB6-C352-C99B-C4BBE739B2F1}"/>
          </ac:spMkLst>
        </pc:spChg>
        <pc:graphicFrameChg chg="mod modGraphic">
          <ac:chgData name="Sreenesh  S" userId="S::sheshatvamsreenesh25ci@rnsit.ac.in::8fc6e7b2-26e8-4828-82f8-72e7081883d7" providerId="AD" clId="Web-{61BC8ACF-8DF9-3101-86CE-AA4597CB2D1D}" dt="2026-03-29T14:01:41.120" v="347"/>
          <ac:graphicFrameMkLst>
            <pc:docMk/>
            <pc:sldMk cId="3619747141" sldId="413"/>
            <ac:graphicFrameMk id="12" creationId="{698E0E77-CB85-B904-83E8-715B79EE9D56}"/>
          </ac:graphicFrameMkLst>
        </pc:graphicFrameChg>
      </pc:sldChg>
      <pc:sldChg chg="addSp modSp add replId">
        <pc:chgData name="Sreenesh  S" userId="S::sheshatvamsreenesh25ci@rnsit.ac.in::8fc6e7b2-26e8-4828-82f8-72e7081883d7" providerId="AD" clId="Web-{61BC8ACF-8DF9-3101-86CE-AA4597CB2D1D}" dt="2026-03-29T14:42:32.500" v="926" actId="20577"/>
        <pc:sldMkLst>
          <pc:docMk/>
          <pc:sldMk cId="1483295761" sldId="414"/>
        </pc:sldMkLst>
        <pc:spChg chg="add mod">
          <ac:chgData name="Sreenesh  S" userId="S::sheshatvamsreenesh25ci@rnsit.ac.in::8fc6e7b2-26e8-4828-82f8-72e7081883d7" providerId="AD" clId="Web-{61BC8ACF-8DF9-3101-86CE-AA4597CB2D1D}" dt="2026-03-29T14:42:32.500" v="926" actId="20577"/>
          <ac:spMkLst>
            <pc:docMk/>
            <pc:sldMk cId="1483295761" sldId="414"/>
            <ac:spMk id="3" creationId="{50A60FFC-9B85-9643-AB45-88DE1CB7A5AE}"/>
          </ac:spMkLst>
        </pc:spChg>
        <pc:spChg chg="mod">
          <ac:chgData name="Sreenesh  S" userId="S::sheshatvamsreenesh25ci@rnsit.ac.in::8fc6e7b2-26e8-4828-82f8-72e7081883d7" providerId="AD" clId="Web-{61BC8ACF-8DF9-3101-86CE-AA4597CB2D1D}" dt="2026-03-29T12:53:36.884" v="270" actId="1076"/>
          <ac:spMkLst>
            <pc:docMk/>
            <pc:sldMk cId="1483295761" sldId="414"/>
            <ac:spMk id="5" creationId="{6A6CD4C1-D51D-77AA-3758-20C1E991875B}"/>
          </ac:spMkLst>
        </pc:spChg>
      </pc:sldChg>
      <pc:sldChg chg="addSp modSp add replId">
        <pc:chgData name="Sreenesh  S" userId="S::sheshatvamsreenesh25ci@rnsit.ac.in::8fc6e7b2-26e8-4828-82f8-72e7081883d7" providerId="AD" clId="Web-{61BC8ACF-8DF9-3101-86CE-AA4597CB2D1D}" dt="2026-03-29T14:42:56.251" v="932" actId="1076"/>
        <pc:sldMkLst>
          <pc:docMk/>
          <pc:sldMk cId="723717355" sldId="415"/>
        </pc:sldMkLst>
        <pc:spChg chg="add mod">
          <ac:chgData name="Sreenesh  S" userId="S::sheshatvamsreenesh25ci@rnsit.ac.in::8fc6e7b2-26e8-4828-82f8-72e7081883d7" providerId="AD" clId="Web-{61BC8ACF-8DF9-3101-86CE-AA4597CB2D1D}" dt="2026-03-29T14:42:56.251" v="932" actId="1076"/>
          <ac:spMkLst>
            <pc:docMk/>
            <pc:sldMk cId="723717355" sldId="415"/>
            <ac:spMk id="3" creationId="{386BF5D1-FB57-1EFF-B947-457802C0FC1D}"/>
          </ac:spMkLst>
        </pc:spChg>
        <pc:spChg chg="mod">
          <ac:chgData name="Sreenesh  S" userId="S::sheshatvamsreenesh25ci@rnsit.ac.in::8fc6e7b2-26e8-4828-82f8-72e7081883d7" providerId="AD" clId="Web-{61BC8ACF-8DF9-3101-86CE-AA4597CB2D1D}" dt="2026-03-29T14:18:51.561" v="488" actId="14100"/>
          <ac:spMkLst>
            <pc:docMk/>
            <pc:sldMk cId="723717355" sldId="415"/>
            <ac:spMk id="5" creationId="{2649628C-82C9-78D5-351C-FE7D66EC8C99}"/>
          </ac:spMkLst>
        </pc:spChg>
      </pc:sldChg>
      <pc:sldChg chg="addSp modSp add replId">
        <pc:chgData name="Sreenesh  S" userId="S::sheshatvamsreenesh25ci@rnsit.ac.in::8fc6e7b2-26e8-4828-82f8-72e7081883d7" providerId="AD" clId="Web-{61BC8ACF-8DF9-3101-86CE-AA4597CB2D1D}" dt="2026-03-29T14:43:35.892" v="953" actId="20577"/>
        <pc:sldMkLst>
          <pc:docMk/>
          <pc:sldMk cId="3541804417" sldId="416"/>
        </pc:sldMkLst>
        <pc:spChg chg="mod">
          <ac:chgData name="Sreenesh  S" userId="S::sheshatvamsreenesh25ci@rnsit.ac.in::8fc6e7b2-26e8-4828-82f8-72e7081883d7" providerId="AD" clId="Web-{61BC8ACF-8DF9-3101-86CE-AA4597CB2D1D}" dt="2026-03-29T14:16:31.841" v="449" actId="20577"/>
          <ac:spMkLst>
            <pc:docMk/>
            <pc:sldMk cId="3541804417" sldId="416"/>
            <ac:spMk id="3" creationId="{AC201009-EEBD-42DC-4DC0-7FA2DAA9B085}"/>
          </ac:spMkLst>
        </pc:spChg>
        <pc:spChg chg="add mod">
          <ac:chgData name="Sreenesh  S" userId="S::sheshatvamsreenesh25ci@rnsit.ac.in::8fc6e7b2-26e8-4828-82f8-72e7081883d7" providerId="AD" clId="Web-{61BC8ACF-8DF9-3101-86CE-AA4597CB2D1D}" dt="2026-03-29T14:18:05.701" v="471" actId="20577"/>
          <ac:spMkLst>
            <pc:docMk/>
            <pc:sldMk cId="3541804417" sldId="416"/>
            <ac:spMk id="4" creationId="{887BEC36-F006-7F1C-08C9-FE7435136315}"/>
          </ac:spMkLst>
        </pc:spChg>
        <pc:spChg chg="add mod">
          <ac:chgData name="Sreenesh  S" userId="S::sheshatvamsreenesh25ci@rnsit.ac.in::8fc6e7b2-26e8-4828-82f8-72e7081883d7" providerId="AD" clId="Web-{61BC8ACF-8DF9-3101-86CE-AA4597CB2D1D}" dt="2026-03-29T14:43:35.892" v="953" actId="20577"/>
          <ac:spMkLst>
            <pc:docMk/>
            <pc:sldMk cId="3541804417" sldId="416"/>
            <ac:spMk id="5" creationId="{9F781255-437A-9E7E-55FE-E2752156C683}"/>
          </ac:spMkLst>
        </pc:spChg>
      </pc:sldChg>
      <pc:sldChg chg="modSp add del replId">
        <pc:chgData name="Sreenesh  S" userId="S::sheshatvamsreenesh25ci@rnsit.ac.in::8fc6e7b2-26e8-4828-82f8-72e7081883d7" providerId="AD" clId="Web-{61BC8ACF-8DF9-3101-86CE-AA4597CB2D1D}" dt="2026-03-29T14:15:46.419" v="440"/>
        <pc:sldMkLst>
          <pc:docMk/>
          <pc:sldMk cId="994736681" sldId="417"/>
        </pc:sldMkLst>
        <pc:graphicFrameChg chg="mod modGraphic">
          <ac:chgData name="Sreenesh  S" userId="S::sheshatvamsreenesh25ci@rnsit.ac.in::8fc6e7b2-26e8-4828-82f8-72e7081883d7" providerId="AD" clId="Web-{61BC8ACF-8DF9-3101-86CE-AA4597CB2D1D}" dt="2026-03-29T14:03:16.152" v="359"/>
          <ac:graphicFrameMkLst>
            <pc:docMk/>
            <pc:sldMk cId="994736681" sldId="417"/>
            <ac:graphicFrameMk id="12" creationId="{3214B80A-C646-A674-963B-E0D8B114CD79}"/>
          </ac:graphicFrameMkLst>
        </pc:graphicFrameChg>
      </pc:sldChg>
      <pc:sldChg chg="addSp modSp add replId">
        <pc:chgData name="Sreenesh  S" userId="S::sheshatvamsreenesh25ci@rnsit.ac.in::8fc6e7b2-26e8-4828-82f8-72e7081883d7" providerId="AD" clId="Web-{61BC8ACF-8DF9-3101-86CE-AA4597CB2D1D}" dt="2026-03-29T14:45:23.691" v="973"/>
        <pc:sldMkLst>
          <pc:docMk/>
          <pc:sldMk cId="2311779503" sldId="418"/>
        </pc:sldMkLst>
        <pc:spChg chg="add mod">
          <ac:chgData name="Sreenesh  S" userId="S::sheshatvamsreenesh25ci@rnsit.ac.in::8fc6e7b2-26e8-4828-82f8-72e7081883d7" providerId="AD" clId="Web-{61BC8ACF-8DF9-3101-86CE-AA4597CB2D1D}" dt="2026-03-29T14:24:55.991" v="816" actId="20577"/>
          <ac:spMkLst>
            <pc:docMk/>
            <pc:sldMk cId="2311779503" sldId="418"/>
            <ac:spMk id="3" creationId="{0B3D5EDA-CC92-7743-2507-2E26888B81C2}"/>
          </ac:spMkLst>
        </pc:spChg>
        <pc:spChg chg="mod">
          <ac:chgData name="Sreenesh  S" userId="S::sheshatvamsreenesh25ci@rnsit.ac.in::8fc6e7b2-26e8-4828-82f8-72e7081883d7" providerId="AD" clId="Web-{61BC8ACF-8DF9-3101-86CE-AA4597CB2D1D}" dt="2026-03-29T14:19:11.295" v="490" actId="20577"/>
          <ac:spMkLst>
            <pc:docMk/>
            <pc:sldMk cId="2311779503" sldId="418"/>
            <ac:spMk id="4" creationId="{62AA478D-55ED-1A2F-F1BE-89D59359F582}"/>
          </ac:spMkLst>
        </pc:spChg>
        <pc:spChg chg="add">
          <ac:chgData name="Sreenesh  S" userId="S::sheshatvamsreenesh25ci@rnsit.ac.in::8fc6e7b2-26e8-4828-82f8-72e7081883d7" providerId="AD" clId="Web-{61BC8ACF-8DF9-3101-86CE-AA4597CB2D1D}" dt="2026-03-29T14:45:23.691" v="973"/>
          <ac:spMkLst>
            <pc:docMk/>
            <pc:sldMk cId="2311779503" sldId="418"/>
            <ac:spMk id="7" creationId="{58DB755C-09BA-E464-E658-98BE456814C9}"/>
          </ac:spMkLst>
        </pc:spChg>
      </pc:sldChg>
      <pc:sldChg chg="addSp modSp add replId">
        <pc:chgData name="Sreenesh  S" userId="S::sheshatvamsreenesh25ci@rnsit.ac.in::8fc6e7b2-26e8-4828-82f8-72e7081883d7" providerId="AD" clId="Web-{61BC8ACF-8DF9-3101-86CE-AA4597CB2D1D}" dt="2026-03-29T14:45:16.034" v="971"/>
        <pc:sldMkLst>
          <pc:docMk/>
          <pc:sldMk cId="445280983" sldId="419"/>
        </pc:sldMkLst>
        <pc:spChg chg="mod">
          <ac:chgData name="Sreenesh  S" userId="S::sheshatvamsreenesh25ci@rnsit.ac.in::8fc6e7b2-26e8-4828-82f8-72e7081883d7" providerId="AD" clId="Web-{61BC8ACF-8DF9-3101-86CE-AA4597CB2D1D}" dt="2026-03-29T14:14:48.918" v="434" actId="20577"/>
          <ac:spMkLst>
            <pc:docMk/>
            <pc:sldMk cId="445280983" sldId="419"/>
            <ac:spMk id="3" creationId="{9F43A955-9C37-B79B-FC06-55C1B12A206E}"/>
          </ac:spMkLst>
        </pc:spChg>
        <pc:spChg chg="add mod">
          <ac:chgData name="Sreenesh  S" userId="S::sheshatvamsreenesh25ci@rnsit.ac.in::8fc6e7b2-26e8-4828-82f8-72e7081883d7" providerId="AD" clId="Web-{61BC8ACF-8DF9-3101-86CE-AA4597CB2D1D}" dt="2026-03-29T14:15:10.637" v="439" actId="1076"/>
          <ac:spMkLst>
            <pc:docMk/>
            <pc:sldMk cId="445280983" sldId="419"/>
            <ac:spMk id="4" creationId="{856282E0-4EB9-BFEF-B0E2-3C50EAC869EF}"/>
          </ac:spMkLst>
        </pc:spChg>
        <pc:spChg chg="add">
          <ac:chgData name="Sreenesh  S" userId="S::sheshatvamsreenesh25ci@rnsit.ac.in::8fc6e7b2-26e8-4828-82f8-72e7081883d7" providerId="AD" clId="Web-{61BC8ACF-8DF9-3101-86CE-AA4597CB2D1D}" dt="2026-03-29T14:45:16.034" v="971"/>
          <ac:spMkLst>
            <pc:docMk/>
            <pc:sldMk cId="445280983" sldId="419"/>
            <ac:spMk id="7" creationId="{9221E2D5-AB9A-036C-9ABA-9AB4625C0210}"/>
          </ac:spMkLst>
        </pc:spChg>
      </pc:sldChg>
    </pc:docChg>
  </pc:docChgLst>
  <pc:docChgLst>
    <pc:chgData name="Sreenesh  S" userId="S::sheshatvamsreenesh25ci@rnsit.ac.in::8fc6e7b2-26e8-4828-82f8-72e7081883d7" providerId="AD" clId="Web-{F7BBEC6D-4A3A-B0BC-6416-456C8D62E4E3}"/>
    <pc:docChg chg="modSld">
      <pc:chgData name="Sreenesh  S" userId="S::sheshatvamsreenesh25ci@rnsit.ac.in::8fc6e7b2-26e8-4828-82f8-72e7081883d7" providerId="AD" clId="Web-{F7BBEC6D-4A3A-B0BC-6416-456C8D62E4E3}" dt="2026-03-27T17:16:01.482" v="19"/>
      <pc:docMkLst>
        <pc:docMk/>
      </pc:docMkLst>
      <pc:sldChg chg="modSp">
        <pc:chgData name="Sreenesh  S" userId="S::sheshatvamsreenesh25ci@rnsit.ac.in::8fc6e7b2-26e8-4828-82f8-72e7081883d7" providerId="AD" clId="Web-{F7BBEC6D-4A3A-B0BC-6416-456C8D62E4E3}" dt="2026-03-27T17:16:01.482" v="19"/>
        <pc:sldMkLst>
          <pc:docMk/>
          <pc:sldMk cId="796384517" sldId="404"/>
        </pc:sldMkLst>
        <pc:graphicFrameChg chg="mod modGraphic">
          <ac:chgData name="Sreenesh  S" userId="S::sheshatvamsreenesh25ci@rnsit.ac.in::8fc6e7b2-26e8-4828-82f8-72e7081883d7" providerId="AD" clId="Web-{F7BBEC6D-4A3A-B0BC-6416-456C8D62E4E3}" dt="2026-03-27T17:16:01.482" v="19"/>
          <ac:graphicFrameMkLst>
            <pc:docMk/>
            <pc:sldMk cId="796384517" sldId="404"/>
            <ac:graphicFrameMk id="12" creationId="{755CB394-47C8-F10C-5B2F-D426346742D7}"/>
          </ac:graphicFrameMkLst>
        </pc:graphicFrameChg>
      </pc:sldChg>
    </pc:docChg>
  </pc:docChgLst>
  <pc:docChgLst>
    <pc:chgData name="Sreenesh  S" userId="S::sheshatvamsreenesh25ci@rnsit.ac.in::8fc6e7b2-26e8-4828-82f8-72e7081883d7" providerId="AD" clId="Web-{575D03B6-F5F0-14C0-1227-E13097C52E0F}"/>
    <pc:docChg chg="modSld">
      <pc:chgData name="Sreenesh  S" userId="S::sheshatvamsreenesh25ci@rnsit.ac.in::8fc6e7b2-26e8-4828-82f8-72e7081883d7" providerId="AD" clId="Web-{575D03B6-F5F0-14C0-1227-E13097C52E0F}" dt="2026-03-28T06:16:47.838" v="3" actId="1076"/>
      <pc:docMkLst>
        <pc:docMk/>
      </pc:docMkLst>
      <pc:sldChg chg="modSp">
        <pc:chgData name="Sreenesh  S" userId="S::sheshatvamsreenesh25ci@rnsit.ac.in::8fc6e7b2-26e8-4828-82f8-72e7081883d7" providerId="AD" clId="Web-{575D03B6-F5F0-14C0-1227-E13097C52E0F}" dt="2026-03-28T06:16:47.838" v="3" actId="1076"/>
        <pc:sldMkLst>
          <pc:docMk/>
          <pc:sldMk cId="2000564755" sldId="407"/>
        </pc:sldMkLst>
        <pc:spChg chg="mod">
          <ac:chgData name="Sreenesh  S" userId="S::sheshatvamsreenesh25ci@rnsit.ac.in::8fc6e7b2-26e8-4828-82f8-72e7081883d7" providerId="AD" clId="Web-{575D03B6-F5F0-14C0-1227-E13097C52E0F}" dt="2026-03-28T06:16:47.838" v="3" actId="1076"/>
          <ac:spMkLst>
            <pc:docMk/>
            <pc:sldMk cId="2000564755" sldId="407"/>
            <ac:spMk id="4" creationId="{00000000-0000-0000-0000-000000000000}"/>
          </ac:spMkLst>
        </pc:spChg>
      </pc:sldChg>
    </pc:docChg>
  </pc:docChgLst>
  <pc:docChgLst>
    <pc:chgData name="Sreenesh  S" userId="S::sheshatvamsreenesh25ci@rnsit.ac.in::8fc6e7b2-26e8-4828-82f8-72e7081883d7" providerId="AD" clId="Web-{0CA88029-2739-5B06-3714-A7988A93AD3C}"/>
    <pc:docChg chg="modSld">
      <pc:chgData name="Sreenesh  S" userId="S::sheshatvamsreenesh25ci@rnsit.ac.in::8fc6e7b2-26e8-4828-82f8-72e7081883d7" providerId="AD" clId="Web-{0CA88029-2739-5B06-3714-A7988A93AD3C}" dt="2026-03-30T07:17:13.366" v="21" actId="20577"/>
      <pc:docMkLst>
        <pc:docMk/>
      </pc:docMkLst>
      <pc:sldChg chg="modSp">
        <pc:chgData name="Sreenesh  S" userId="S::sheshatvamsreenesh25ci@rnsit.ac.in::8fc6e7b2-26e8-4828-82f8-72e7081883d7" providerId="AD" clId="Web-{0CA88029-2739-5B06-3714-A7988A93AD3C}" dt="2026-03-30T02:03:04.065" v="15"/>
        <pc:sldMkLst>
          <pc:docMk/>
          <pc:sldMk cId="796384517" sldId="404"/>
        </pc:sldMkLst>
        <pc:graphicFrameChg chg="mod modGraphic">
          <ac:chgData name="Sreenesh  S" userId="S::sheshatvamsreenesh25ci@rnsit.ac.in::8fc6e7b2-26e8-4828-82f8-72e7081883d7" providerId="AD" clId="Web-{0CA88029-2739-5B06-3714-A7988A93AD3C}" dt="2026-03-30T02:03:04.065" v="15"/>
          <ac:graphicFrameMkLst>
            <pc:docMk/>
            <pc:sldMk cId="796384517" sldId="404"/>
            <ac:graphicFrameMk id="12" creationId="{755CB394-47C8-F10C-5B2F-D426346742D7}"/>
          </ac:graphicFrameMkLst>
        </pc:graphicFrameChg>
      </pc:sldChg>
      <pc:sldChg chg="modSp">
        <pc:chgData name="Sreenesh  S" userId="S::sheshatvamsreenesh25ci@rnsit.ac.in::8fc6e7b2-26e8-4828-82f8-72e7081883d7" providerId="AD" clId="Web-{0CA88029-2739-5B06-3714-A7988A93AD3C}" dt="2026-03-30T07:17:13.366" v="21" actId="20577"/>
        <pc:sldMkLst>
          <pc:docMk/>
          <pc:sldMk cId="2311779503" sldId="418"/>
        </pc:sldMkLst>
        <pc:spChg chg="mod">
          <ac:chgData name="Sreenesh  S" userId="S::sheshatvamsreenesh25ci@rnsit.ac.in::8fc6e7b2-26e8-4828-82f8-72e7081883d7" providerId="AD" clId="Web-{0CA88029-2739-5B06-3714-A7988A93AD3C}" dt="2026-03-30T07:17:13.366" v="21" actId="20577"/>
          <ac:spMkLst>
            <pc:docMk/>
            <pc:sldMk cId="2311779503" sldId="418"/>
            <ac:spMk id="3" creationId="{0B3D5EDA-CC92-7743-2507-2E26888B81C2}"/>
          </ac:spMkLst>
        </pc:spChg>
      </pc:sldChg>
    </pc:docChg>
  </pc:docChgLst>
  <pc:docChgLst>
    <pc:chgData name="Sreenesh  S" userId="S::sheshatvamsreenesh25ci@rnsit.ac.in::8fc6e7b2-26e8-4828-82f8-72e7081883d7" providerId="AD" clId="Web-{014EF31A-F277-0A7F-DD77-66E8703A4020}"/>
    <pc:docChg chg="addSld modSld">
      <pc:chgData name="Sreenesh  S" userId="S::sheshatvamsreenesh25ci@rnsit.ac.in::8fc6e7b2-26e8-4828-82f8-72e7081883d7" providerId="AD" clId="Web-{014EF31A-F277-0A7F-DD77-66E8703A4020}" dt="2026-03-27T00:38:59.523" v="224"/>
      <pc:docMkLst>
        <pc:docMk/>
      </pc:docMkLst>
      <pc:sldChg chg="addSp delSp modSp">
        <pc:chgData name="Sreenesh  S" userId="S::sheshatvamsreenesh25ci@rnsit.ac.in::8fc6e7b2-26e8-4828-82f8-72e7081883d7" providerId="AD" clId="Web-{014EF31A-F277-0A7F-DD77-66E8703A4020}" dt="2026-03-27T00:22:30.821" v="141"/>
        <pc:sldMkLst>
          <pc:docMk/>
          <pc:sldMk cId="796384517" sldId="404"/>
        </pc:sldMkLst>
        <pc:graphicFrameChg chg="add del mod modGraphic">
          <ac:chgData name="Sreenesh  S" userId="S::sheshatvamsreenesh25ci@rnsit.ac.in::8fc6e7b2-26e8-4828-82f8-72e7081883d7" providerId="AD" clId="Web-{014EF31A-F277-0A7F-DD77-66E8703A4020}" dt="2026-03-27T00:22:30.821" v="141"/>
          <ac:graphicFrameMkLst>
            <pc:docMk/>
            <pc:sldMk cId="796384517" sldId="404"/>
            <ac:graphicFrameMk id="12" creationId="{755CB394-47C8-F10C-5B2F-D426346742D7}"/>
          </ac:graphicFrameMkLst>
        </pc:graphicFrameChg>
      </pc:sldChg>
      <pc:sldChg chg="addSp delSp modSp">
        <pc:chgData name="Sreenesh  S" userId="S::sheshatvamsreenesh25ci@rnsit.ac.in::8fc6e7b2-26e8-4828-82f8-72e7081883d7" providerId="AD" clId="Web-{014EF31A-F277-0A7F-DD77-66E8703A4020}" dt="2026-03-27T00:37:26.678" v="213" actId="20577"/>
        <pc:sldMkLst>
          <pc:docMk/>
          <pc:sldMk cId="3581004552" sldId="408"/>
        </pc:sldMkLst>
        <pc:spChg chg="mod">
          <ac:chgData name="Sreenesh  S" userId="S::sheshatvamsreenesh25ci@rnsit.ac.in::8fc6e7b2-26e8-4828-82f8-72e7081883d7" providerId="AD" clId="Web-{014EF31A-F277-0A7F-DD77-66E8703A4020}" dt="2026-03-27T00:37:26.678" v="213" actId="20577"/>
          <ac:spMkLst>
            <pc:docMk/>
            <pc:sldMk cId="3581004552" sldId="408"/>
            <ac:spMk id="4" creationId="{00000000-0000-0000-0000-000000000000}"/>
          </ac:spMkLst>
        </pc:spChg>
        <pc:spChg chg="add mod">
          <ac:chgData name="Sreenesh  S" userId="S::sheshatvamsreenesh25ci@rnsit.ac.in::8fc6e7b2-26e8-4828-82f8-72e7081883d7" providerId="AD" clId="Web-{014EF31A-F277-0A7F-DD77-66E8703A4020}" dt="2026-03-27T00:31:06.784" v="186" actId="1076"/>
          <ac:spMkLst>
            <pc:docMk/>
            <pc:sldMk cId="3581004552" sldId="408"/>
            <ac:spMk id="5" creationId="{4C2B5557-E8C2-6423-9A98-861A9098AEB5}"/>
          </ac:spMkLst>
        </pc:spChg>
        <pc:spChg chg="add mod">
          <ac:chgData name="Sreenesh  S" userId="S::sheshatvamsreenesh25ci@rnsit.ac.in::8fc6e7b2-26e8-4828-82f8-72e7081883d7" providerId="AD" clId="Web-{014EF31A-F277-0A7F-DD77-66E8703A4020}" dt="2026-03-27T00:32:31.738" v="198" actId="1076"/>
          <ac:spMkLst>
            <pc:docMk/>
            <pc:sldMk cId="3581004552" sldId="408"/>
            <ac:spMk id="7" creationId="{62E2ED5A-1D51-FF0C-CFC9-72EC91BCCF27}"/>
          </ac:spMkLst>
        </pc:spChg>
      </pc:sldChg>
      <pc:sldChg chg="modSp add replId">
        <pc:chgData name="Sreenesh  S" userId="S::sheshatvamsreenesh25ci@rnsit.ac.in::8fc6e7b2-26e8-4828-82f8-72e7081883d7" providerId="AD" clId="Web-{014EF31A-F277-0A7F-DD77-66E8703A4020}" dt="2026-03-27T00:38:59.523" v="224"/>
        <pc:sldMkLst>
          <pc:docMk/>
          <pc:sldMk cId="3619747141" sldId="413"/>
        </pc:sldMkLst>
        <pc:graphicFrameChg chg="mod modGraphic">
          <ac:chgData name="Sreenesh  S" userId="S::sheshatvamsreenesh25ci@rnsit.ac.in::8fc6e7b2-26e8-4828-82f8-72e7081883d7" providerId="AD" clId="Web-{014EF31A-F277-0A7F-DD77-66E8703A4020}" dt="2026-03-27T00:38:59.523" v="224"/>
          <ac:graphicFrameMkLst>
            <pc:docMk/>
            <pc:sldMk cId="3619747141" sldId="413"/>
            <ac:graphicFrameMk id="12" creationId="{698E0E77-CB85-B904-83E8-715B79EE9D56}"/>
          </ac:graphicFrameMkLst>
        </pc:graphicFrameChg>
      </pc:sldChg>
    </pc:docChg>
  </pc:docChgLst>
  <pc:docChgLst>
    <pc:chgData name="Sreenesh  S" userId="S::sheshatvamsreenesh25ci@rnsit.ac.in::8fc6e7b2-26e8-4828-82f8-72e7081883d7" providerId="AD" clId="Web-{8AD541D5-FA34-C152-4D30-C4C11A69D108}"/>
    <pc:docChg chg="modSld">
      <pc:chgData name="Sreenesh  S" userId="S::sheshatvamsreenesh25ci@rnsit.ac.in::8fc6e7b2-26e8-4828-82f8-72e7081883d7" providerId="AD" clId="Web-{8AD541D5-FA34-C152-4D30-C4C11A69D108}" dt="2026-03-29T11:36:47.420" v="1" actId="1076"/>
      <pc:docMkLst>
        <pc:docMk/>
      </pc:docMkLst>
      <pc:sldChg chg="modSp">
        <pc:chgData name="Sreenesh  S" userId="S::sheshatvamsreenesh25ci@rnsit.ac.in::8fc6e7b2-26e8-4828-82f8-72e7081883d7" providerId="AD" clId="Web-{8AD541D5-FA34-C152-4D30-C4C11A69D108}" dt="2026-03-29T11:36:47.420" v="1" actId="1076"/>
        <pc:sldMkLst>
          <pc:docMk/>
          <pc:sldMk cId="4219453796" sldId="410"/>
        </pc:sldMkLst>
        <pc:spChg chg="mod">
          <ac:chgData name="Sreenesh  S" userId="S::sheshatvamsreenesh25ci@rnsit.ac.in::8fc6e7b2-26e8-4828-82f8-72e7081883d7" providerId="AD" clId="Web-{8AD541D5-FA34-C152-4D30-C4C11A69D108}" dt="2026-03-29T11:36:47.420" v="1" actId="1076"/>
          <ac:spMkLst>
            <pc:docMk/>
            <pc:sldMk cId="4219453796" sldId="410"/>
            <ac:spMk id="3" creationId="{00000000-0000-0000-0000-000000000000}"/>
          </ac:spMkLst>
        </pc:spChg>
      </pc:sldChg>
    </pc:docChg>
  </pc:docChgLst>
  <pc:docChgLst>
    <pc:chgData name="Sreenesh  S" userId="S::sheshatvamsreenesh25ci@rnsit.ac.in::8fc6e7b2-26e8-4828-82f8-72e7081883d7" providerId="AD" clId="Web-{5A5303C6-3307-E7F2-CBA5-44F25C4FC956}"/>
    <pc:docChg chg="modSld">
      <pc:chgData name="Sreenesh  S" userId="S::sheshatvamsreenesh25ci@rnsit.ac.in::8fc6e7b2-26e8-4828-82f8-72e7081883d7" providerId="AD" clId="Web-{5A5303C6-3307-E7F2-CBA5-44F25C4FC956}" dt="2026-03-28T00:53:22.784" v="439" actId="20577"/>
      <pc:docMkLst>
        <pc:docMk/>
      </pc:docMkLst>
      <pc:sldChg chg="modSp">
        <pc:chgData name="Sreenesh  S" userId="S::sheshatvamsreenesh25ci@rnsit.ac.in::8fc6e7b2-26e8-4828-82f8-72e7081883d7" providerId="AD" clId="Web-{5A5303C6-3307-E7F2-CBA5-44F25C4FC956}" dt="2026-03-28T00:41:50.239" v="379"/>
        <pc:sldMkLst>
          <pc:docMk/>
          <pc:sldMk cId="796384517" sldId="404"/>
        </pc:sldMkLst>
        <pc:graphicFrameChg chg="mod modGraphic">
          <ac:chgData name="Sreenesh  S" userId="S::sheshatvamsreenesh25ci@rnsit.ac.in::8fc6e7b2-26e8-4828-82f8-72e7081883d7" providerId="AD" clId="Web-{5A5303C6-3307-E7F2-CBA5-44F25C4FC956}" dt="2026-03-28T00:41:50.239" v="379"/>
          <ac:graphicFrameMkLst>
            <pc:docMk/>
            <pc:sldMk cId="796384517" sldId="404"/>
            <ac:graphicFrameMk id="12" creationId="{755CB394-47C8-F10C-5B2F-D426346742D7}"/>
          </ac:graphicFrameMkLst>
        </pc:graphicFrameChg>
      </pc:sldChg>
      <pc:sldChg chg="addSp modSp">
        <pc:chgData name="Sreenesh  S" userId="S::sheshatvamsreenesh25ci@rnsit.ac.in::8fc6e7b2-26e8-4828-82f8-72e7081883d7" providerId="AD" clId="Web-{5A5303C6-3307-E7F2-CBA5-44F25C4FC956}" dt="2026-03-28T00:34:56.385" v="321" actId="1076"/>
        <pc:sldMkLst>
          <pc:docMk/>
          <pc:sldMk cId="1178303227" sldId="409"/>
        </pc:sldMkLst>
        <pc:spChg chg="add mod">
          <ac:chgData name="Sreenesh  S" userId="S::sheshatvamsreenesh25ci@rnsit.ac.in::8fc6e7b2-26e8-4828-82f8-72e7081883d7" providerId="AD" clId="Web-{5A5303C6-3307-E7F2-CBA5-44F25C4FC956}" dt="2026-03-28T00:34:52.213" v="320" actId="20577"/>
          <ac:spMkLst>
            <pc:docMk/>
            <pc:sldMk cId="1178303227" sldId="409"/>
            <ac:spMk id="3" creationId="{EA02E277-B1AF-67A7-F820-45B4C2629EFD}"/>
          </ac:spMkLst>
        </pc:spChg>
        <pc:picChg chg="add mod">
          <ac:chgData name="Sreenesh  S" userId="S::sheshatvamsreenesh25ci@rnsit.ac.in::8fc6e7b2-26e8-4828-82f8-72e7081883d7" providerId="AD" clId="Web-{5A5303C6-3307-E7F2-CBA5-44F25C4FC956}" dt="2026-03-28T00:34:56.385" v="321" actId="1076"/>
          <ac:picMkLst>
            <pc:docMk/>
            <pc:sldMk cId="1178303227" sldId="409"/>
            <ac:picMk id="4" creationId="{BA0EEB47-4366-4EEC-6634-86DDDCB8F32D}"/>
          </ac:picMkLst>
        </pc:picChg>
      </pc:sldChg>
      <pc:sldChg chg="modSp">
        <pc:chgData name="Sreenesh  S" userId="S::sheshatvamsreenesh25ci@rnsit.ac.in::8fc6e7b2-26e8-4828-82f8-72e7081883d7" providerId="AD" clId="Web-{5A5303C6-3307-E7F2-CBA5-44F25C4FC956}" dt="2026-03-28T00:53:22.784" v="439" actId="20577"/>
        <pc:sldMkLst>
          <pc:docMk/>
          <pc:sldMk cId="268868346" sldId="411"/>
        </pc:sldMkLst>
        <pc:spChg chg="mod">
          <ac:chgData name="Sreenesh  S" userId="S::sheshatvamsreenesh25ci@rnsit.ac.in::8fc6e7b2-26e8-4828-82f8-72e7081883d7" providerId="AD" clId="Web-{5A5303C6-3307-E7F2-CBA5-44F25C4FC956}" dt="2026-03-28T00:53:22.784" v="439" actId="20577"/>
          <ac:spMkLst>
            <pc:docMk/>
            <pc:sldMk cId="268868346" sldId="411"/>
            <ac:spMk id="3" creationId="{00000000-0000-0000-0000-000000000000}"/>
          </ac:spMkLst>
        </pc:spChg>
      </pc:sldChg>
      <pc:sldChg chg="modSp">
        <pc:chgData name="Sreenesh  S" userId="S::sheshatvamsreenesh25ci@rnsit.ac.in::8fc6e7b2-26e8-4828-82f8-72e7081883d7" providerId="AD" clId="Web-{5A5303C6-3307-E7F2-CBA5-44F25C4FC956}" dt="2026-03-28T00:22:46.248" v="281"/>
        <pc:sldMkLst>
          <pc:docMk/>
          <pc:sldMk cId="3619747141" sldId="413"/>
        </pc:sldMkLst>
        <pc:graphicFrameChg chg="mod modGraphic">
          <ac:chgData name="Sreenesh  S" userId="S::sheshatvamsreenesh25ci@rnsit.ac.in::8fc6e7b2-26e8-4828-82f8-72e7081883d7" providerId="AD" clId="Web-{5A5303C6-3307-E7F2-CBA5-44F25C4FC956}" dt="2026-03-28T00:22:46.248" v="281"/>
          <ac:graphicFrameMkLst>
            <pc:docMk/>
            <pc:sldMk cId="3619747141" sldId="413"/>
            <ac:graphicFrameMk id="12" creationId="{698E0E77-CB85-B904-83E8-715B79EE9D56}"/>
          </ac:graphicFrameMkLst>
        </pc:graphicFrameChg>
      </pc:sldChg>
    </pc:docChg>
  </pc:docChgLst>
  <pc:docChgLst>
    <pc:chgData name="Sreenesh  S" userId="S::sheshatvamsreenesh25ci@rnsit.ac.in::8fc6e7b2-26e8-4828-82f8-72e7081883d7" providerId="AD" clId="Web-{8451C1C2-8193-3D47-5B87-B790CC05A0B1}"/>
    <pc:docChg chg="modSld">
      <pc:chgData name="Sreenesh  S" userId="S::sheshatvamsreenesh25ci@rnsit.ac.in::8fc6e7b2-26e8-4828-82f8-72e7081883d7" providerId="AD" clId="Web-{8451C1C2-8193-3D47-5B87-B790CC05A0B1}" dt="2026-03-25T17:17:01.814" v="345" actId="14100"/>
      <pc:docMkLst>
        <pc:docMk/>
      </pc:docMkLst>
      <pc:sldChg chg="addSp delSp modSp mod modShow">
        <pc:chgData name="Sreenesh  S" userId="S::sheshatvamsreenesh25ci@rnsit.ac.in::8fc6e7b2-26e8-4828-82f8-72e7081883d7" providerId="AD" clId="Web-{8451C1C2-8193-3D47-5B87-B790CC05A0B1}" dt="2026-03-25T17:17:01.814" v="345" actId="14100"/>
        <pc:sldMkLst>
          <pc:docMk/>
          <pc:sldMk cId="2437374690" sldId="256"/>
        </pc:sldMkLst>
        <pc:spChg chg="mod">
          <ac:chgData name="Sreenesh  S" userId="S::sheshatvamsreenesh25ci@rnsit.ac.in::8fc6e7b2-26e8-4828-82f8-72e7081883d7" providerId="AD" clId="Web-{8451C1C2-8193-3D47-5B87-B790CC05A0B1}" dt="2026-03-25T17:17:01.814" v="345" actId="14100"/>
          <ac:spMkLst>
            <pc:docMk/>
            <pc:sldMk cId="2437374690" sldId="256"/>
            <ac:spMk id="2" creationId="{5E977664-5C27-4AAB-B6C3-65741E05EB9D}"/>
          </ac:spMkLst>
        </pc:spChg>
        <pc:spChg chg="mod">
          <ac:chgData name="Sreenesh  S" userId="S::sheshatvamsreenesh25ci@rnsit.ac.in::8fc6e7b2-26e8-4828-82f8-72e7081883d7" providerId="AD" clId="Web-{8451C1C2-8193-3D47-5B87-B790CC05A0B1}" dt="2026-03-25T17:04:10.433" v="306" actId="20577"/>
          <ac:spMkLst>
            <pc:docMk/>
            <pc:sldMk cId="2437374690" sldId="256"/>
            <ac:spMk id="4" creationId="{503D885F-4F44-4641-BF9B-3F706F8A939D}"/>
          </ac:spMkLst>
        </pc:spChg>
        <pc:spChg chg="mod">
          <ac:chgData name="Sreenesh  S" userId="S::sheshatvamsreenesh25ci@rnsit.ac.in::8fc6e7b2-26e8-4828-82f8-72e7081883d7" providerId="AD" clId="Web-{8451C1C2-8193-3D47-5B87-B790CC05A0B1}" dt="2026-03-25T17:13:01.672" v="329" actId="1076"/>
          <ac:spMkLst>
            <pc:docMk/>
            <pc:sldMk cId="2437374690" sldId="256"/>
            <ac:spMk id="8" creationId="{00000000-0000-0000-0000-000000000000}"/>
          </ac:spMkLst>
        </pc:spChg>
        <pc:spChg chg="mod">
          <ac:chgData name="Sreenesh  S" userId="S::sheshatvamsreenesh25ci@rnsit.ac.in::8fc6e7b2-26e8-4828-82f8-72e7081883d7" providerId="AD" clId="Web-{8451C1C2-8193-3D47-5B87-B790CC05A0B1}" dt="2026-03-25T17:03:58.479" v="304" actId="20577"/>
          <ac:spMkLst>
            <pc:docMk/>
            <pc:sldMk cId="2437374690" sldId="256"/>
            <ac:spMk id="9" creationId="{00000000-0000-0000-0000-000000000000}"/>
          </ac:spMkLst>
        </pc:spChg>
        <pc:spChg chg="add mod">
          <ac:chgData name="Sreenesh  S" userId="S::sheshatvamsreenesh25ci@rnsit.ac.in::8fc6e7b2-26e8-4828-82f8-72e7081883d7" providerId="AD" clId="Web-{8451C1C2-8193-3D47-5B87-B790CC05A0B1}" dt="2026-03-25T17:13:48.969" v="343" actId="20577"/>
          <ac:spMkLst>
            <pc:docMk/>
            <pc:sldMk cId="2437374690" sldId="256"/>
            <ac:spMk id="12" creationId="{904AE192-1C66-65CC-9B2C-21EC7EF914D6}"/>
          </ac:spMkLst>
        </pc:spChg>
      </pc:sldChg>
      <pc:sldChg chg="modSp">
        <pc:chgData name="Sreenesh  S" userId="S::sheshatvamsreenesh25ci@rnsit.ac.in::8fc6e7b2-26e8-4828-82f8-72e7081883d7" providerId="AD" clId="Web-{8451C1C2-8193-3D47-5B87-B790CC05A0B1}" dt="2026-03-25T17:02:40.821" v="260" actId="20577"/>
        <pc:sldMkLst>
          <pc:docMk/>
          <pc:sldMk cId="4033384841" sldId="263"/>
        </pc:sldMkLst>
        <pc:spChg chg="mod">
          <ac:chgData name="Sreenesh  S" userId="S::sheshatvamsreenesh25ci@rnsit.ac.in::8fc6e7b2-26e8-4828-82f8-72e7081883d7" providerId="AD" clId="Web-{8451C1C2-8193-3D47-5B87-B790CC05A0B1}" dt="2026-03-25T17:02:40.821" v="260" actId="20577"/>
          <ac:spMkLst>
            <pc:docMk/>
            <pc:sldMk cId="4033384841" sldId="263"/>
            <ac:spMk id="24" creationId="{B964DDC4-19EE-4761-B706-500B4B31A6CB}"/>
          </ac:spMkLst>
        </pc:spChg>
      </pc:sldChg>
      <pc:sldChg chg="modSp">
        <pc:chgData name="Sreenesh  S" userId="S::sheshatvamsreenesh25ci@rnsit.ac.in::8fc6e7b2-26e8-4828-82f8-72e7081883d7" providerId="AD" clId="Web-{8451C1C2-8193-3D47-5B87-B790CC05A0B1}" dt="2026-03-25T13:58:12.163" v="1" actId="14100"/>
        <pc:sldMkLst>
          <pc:docMk/>
          <pc:sldMk cId="3785626555" sldId="387"/>
        </pc:sldMkLst>
        <pc:spChg chg="mod">
          <ac:chgData name="Sreenesh  S" userId="S::sheshatvamsreenesh25ci@rnsit.ac.in::8fc6e7b2-26e8-4828-82f8-72e7081883d7" providerId="AD" clId="Web-{8451C1C2-8193-3D47-5B87-B790CC05A0B1}" dt="2026-03-25T13:58:12.163" v="1" actId="14100"/>
          <ac:spMkLst>
            <pc:docMk/>
            <pc:sldMk cId="3785626555" sldId="387"/>
            <ac:spMk id="5" creationId="{00000000-0000-0000-0000-000000000000}"/>
          </ac:spMkLst>
        </pc:spChg>
      </pc:sldChg>
    </pc:docChg>
  </pc:docChgLst>
  <pc:docChgLst>
    <pc:chgData name="Sreenesh  S" userId="S::sheshatvamsreenesh25ci@rnsit.ac.in::8fc6e7b2-26e8-4828-82f8-72e7081883d7" providerId="AD" clId="Web-{EE966929-01FF-C4E3-5E41-2F7BB902D21B}"/>
    <pc:docChg chg="sldOrd">
      <pc:chgData name="Sreenesh  S" userId="S::sheshatvamsreenesh25ci@rnsit.ac.in::8fc6e7b2-26e8-4828-82f8-72e7081883d7" providerId="AD" clId="Web-{EE966929-01FF-C4E3-5E41-2F7BB902D21B}" dt="2026-03-28T06:35:24.727" v="1"/>
      <pc:docMkLst>
        <pc:docMk/>
      </pc:docMkLst>
      <pc:sldChg chg="ord">
        <pc:chgData name="Sreenesh  S" userId="S::sheshatvamsreenesh25ci@rnsit.ac.in::8fc6e7b2-26e8-4828-82f8-72e7081883d7" providerId="AD" clId="Web-{EE966929-01FF-C4E3-5E41-2F7BB902D21B}" dt="2026-03-28T06:35:24.727" v="1"/>
        <pc:sldMkLst>
          <pc:docMk/>
          <pc:sldMk cId="2646675485" sldId="403"/>
        </pc:sldMkLst>
      </pc:sldChg>
    </pc:docChg>
  </pc:docChgLst>
  <pc:docChgLst>
    <pc:chgData name="Sreenesh  S" userId="S::sheshatvamsreenesh25ci@rnsit.ac.in::8fc6e7b2-26e8-4828-82f8-72e7081883d7" providerId="AD" clId="Web-{9BCB0B16-B4BB-60C8-D089-2D3A6BE434B3}"/>
    <pc:docChg chg="addSld modSld">
      <pc:chgData name="Sreenesh  S" userId="S::sheshatvamsreenesh25ci@rnsit.ac.in::8fc6e7b2-26e8-4828-82f8-72e7081883d7" providerId="AD" clId="Web-{9BCB0B16-B4BB-60C8-D089-2D3A6BE434B3}" dt="2026-03-26T16:29:12.156" v="247" actId="20577"/>
      <pc:docMkLst>
        <pc:docMk/>
      </pc:docMkLst>
      <pc:sldChg chg="addSp modSp">
        <pc:chgData name="Sreenesh  S" userId="S::sheshatvamsreenesh25ci@rnsit.ac.in::8fc6e7b2-26e8-4828-82f8-72e7081883d7" providerId="AD" clId="Web-{9BCB0B16-B4BB-60C8-D089-2D3A6BE434B3}" dt="2026-03-26T14:34:26.209" v="130" actId="20577"/>
        <pc:sldMkLst>
          <pc:docMk/>
          <pc:sldMk cId="2437374690" sldId="256"/>
        </pc:sldMkLst>
        <pc:spChg chg="mod">
          <ac:chgData name="Sreenesh  S" userId="S::sheshatvamsreenesh25ci@rnsit.ac.in::8fc6e7b2-26e8-4828-82f8-72e7081883d7" providerId="AD" clId="Web-{9BCB0B16-B4BB-60C8-D089-2D3A6BE434B3}" dt="2026-03-26T14:34:26.209" v="130" actId="20577"/>
          <ac:spMkLst>
            <pc:docMk/>
            <pc:sldMk cId="2437374690" sldId="256"/>
            <ac:spMk id="2" creationId="{5E977664-5C27-4AAB-B6C3-65741E05EB9D}"/>
          </ac:spMkLst>
        </pc:spChg>
        <pc:spChg chg="add mod">
          <ac:chgData name="Sreenesh  S" userId="S::sheshatvamsreenesh25ci@rnsit.ac.in::8fc6e7b2-26e8-4828-82f8-72e7081883d7" providerId="AD" clId="Web-{9BCB0B16-B4BB-60C8-D089-2D3A6BE434B3}" dt="2026-03-26T13:46:51.954" v="60" actId="14100"/>
          <ac:spMkLst>
            <pc:docMk/>
            <pc:sldMk cId="2437374690" sldId="256"/>
            <ac:spMk id="3" creationId="{5C630C3B-E18A-E8F3-B68F-08BC3878F097}"/>
          </ac:spMkLst>
        </pc:spChg>
        <pc:spChg chg="mod">
          <ac:chgData name="Sreenesh  S" userId="S::sheshatvamsreenesh25ci@rnsit.ac.in::8fc6e7b2-26e8-4828-82f8-72e7081883d7" providerId="AD" clId="Web-{9BCB0B16-B4BB-60C8-D089-2D3A6BE434B3}" dt="2026-03-26T13:47:14.907" v="64" actId="20577"/>
          <ac:spMkLst>
            <pc:docMk/>
            <pc:sldMk cId="2437374690" sldId="256"/>
            <ac:spMk id="4" creationId="{503D885F-4F44-4641-BF9B-3F706F8A939D}"/>
          </ac:spMkLst>
        </pc:spChg>
        <pc:spChg chg="mod">
          <ac:chgData name="Sreenesh  S" userId="S::sheshatvamsreenesh25ci@rnsit.ac.in::8fc6e7b2-26e8-4828-82f8-72e7081883d7" providerId="AD" clId="Web-{9BCB0B16-B4BB-60C8-D089-2D3A6BE434B3}" dt="2026-03-26T14:29:45.812" v="119" actId="1076"/>
          <ac:spMkLst>
            <pc:docMk/>
            <pc:sldMk cId="2437374690" sldId="256"/>
            <ac:spMk id="9" creationId="{00000000-0000-0000-0000-000000000000}"/>
          </ac:spMkLst>
        </pc:spChg>
      </pc:sldChg>
      <pc:sldChg chg="modSp">
        <pc:chgData name="Sreenesh  S" userId="S::sheshatvamsreenesh25ci@rnsit.ac.in::8fc6e7b2-26e8-4828-82f8-72e7081883d7" providerId="AD" clId="Web-{9BCB0B16-B4BB-60C8-D089-2D3A6BE434B3}" dt="2026-03-26T13:48:38.883" v="85" actId="1076"/>
        <pc:sldMkLst>
          <pc:docMk/>
          <pc:sldMk cId="4033384841" sldId="263"/>
        </pc:sldMkLst>
        <pc:spChg chg="mod">
          <ac:chgData name="Sreenesh  S" userId="S::sheshatvamsreenesh25ci@rnsit.ac.in::8fc6e7b2-26e8-4828-82f8-72e7081883d7" providerId="AD" clId="Web-{9BCB0B16-B4BB-60C8-D089-2D3A6BE434B3}" dt="2026-03-26T13:48:38.883" v="85" actId="1076"/>
          <ac:spMkLst>
            <pc:docMk/>
            <pc:sldMk cId="4033384841" sldId="263"/>
            <ac:spMk id="24" creationId="{B964DDC4-19EE-4761-B706-500B4B31A6CB}"/>
          </ac:spMkLst>
        </pc:spChg>
      </pc:sldChg>
      <pc:sldChg chg="modSp">
        <pc:chgData name="Sreenesh  S" userId="S::sheshatvamsreenesh25ci@rnsit.ac.in::8fc6e7b2-26e8-4828-82f8-72e7081883d7" providerId="AD" clId="Web-{9BCB0B16-B4BB-60C8-D089-2D3A6BE434B3}" dt="2026-03-26T15:44:09.492" v="206" actId="20577"/>
        <pc:sldMkLst>
          <pc:docMk/>
          <pc:sldMk cId="3785626555" sldId="387"/>
        </pc:sldMkLst>
        <pc:spChg chg="mod">
          <ac:chgData name="Sreenesh  S" userId="S::sheshatvamsreenesh25ci@rnsit.ac.in::8fc6e7b2-26e8-4828-82f8-72e7081883d7" providerId="AD" clId="Web-{9BCB0B16-B4BB-60C8-D089-2D3A6BE434B3}" dt="2026-03-26T15:44:09.492" v="206" actId="20577"/>
          <ac:spMkLst>
            <pc:docMk/>
            <pc:sldMk cId="3785626555" sldId="387"/>
            <ac:spMk id="5" creationId="{00000000-0000-0000-0000-000000000000}"/>
          </ac:spMkLst>
        </pc:spChg>
      </pc:sldChg>
      <pc:sldChg chg="addSp modSp">
        <pc:chgData name="Sreenesh  S" userId="S::sheshatvamsreenesh25ci@rnsit.ac.in::8fc6e7b2-26e8-4828-82f8-72e7081883d7" providerId="AD" clId="Web-{9BCB0B16-B4BB-60C8-D089-2D3A6BE434B3}" dt="2026-03-26T16:29:12.156" v="247" actId="20577"/>
        <pc:sldMkLst>
          <pc:docMk/>
          <pc:sldMk cId="2646675485" sldId="403"/>
        </pc:sldMkLst>
        <pc:spChg chg="add mod">
          <ac:chgData name="Sreenesh  S" userId="S::sheshatvamsreenesh25ci@rnsit.ac.in::8fc6e7b2-26e8-4828-82f8-72e7081883d7" providerId="AD" clId="Web-{9BCB0B16-B4BB-60C8-D089-2D3A6BE434B3}" dt="2026-03-26T16:29:12.156" v="247" actId="20577"/>
          <ac:spMkLst>
            <pc:docMk/>
            <pc:sldMk cId="2646675485" sldId="403"/>
            <ac:spMk id="3" creationId="{304CFBB9-27E9-B708-1C47-4DF22BFB04F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D7B4F-2710-4D72-B030-5A0041CF54D0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F9B8D-1BC5-449B-B519-0AE6898132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0108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AA7361D-4D21-4D20-B8C2-845B4C83585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BB08D62-4926-4A7B-8710-BDC37804B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707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2C66D-4552-41F5-B30D-CB1299B7E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4183"/>
            <a:ext cx="9144000" cy="2387600"/>
          </a:xfrm>
        </p:spPr>
        <p:txBody>
          <a:bodyPr anchor="ctr"/>
          <a:lstStyle>
            <a:lvl1pPr algn="ctr">
              <a:defRPr sz="6000" b="1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C9E18-78CC-4357-B120-6F7BD5FF7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385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latin typeface="Bookman Old Style" panose="02050604050505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pic>
        <p:nvPicPr>
          <p:cNvPr id="20" name="Picture 19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E7339F53-7B93-408A-A97D-92E34D72717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21" name="Picture 20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5B2F301E-0C9D-4DDB-B107-7CCB62ADD5CA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6872384D-A3BE-450D-B7C8-E82E2363C963}"/>
              </a:ext>
            </a:extLst>
          </p:cNvPr>
          <p:cNvGrpSpPr/>
          <p:nvPr userDrawn="1"/>
        </p:nvGrpSpPr>
        <p:grpSpPr>
          <a:xfrm>
            <a:off x="-3220" y="6297769"/>
            <a:ext cx="12188952" cy="560231"/>
            <a:chOff x="-3220" y="6297769"/>
            <a:chExt cx="12188952" cy="560231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3E1ADA4-0212-47F5-91F9-E2E65FFD6F2E}"/>
                </a:ext>
              </a:extLst>
            </p:cNvPr>
            <p:cNvSpPr/>
            <p:nvPr userDrawn="1"/>
          </p:nvSpPr>
          <p:spPr>
            <a:xfrm>
              <a:off x="-1" y="6356350"/>
              <a:ext cx="12179808" cy="501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D415B88-B0E7-4732-B337-3FE320BB799E}"/>
                </a:ext>
              </a:extLst>
            </p:cNvPr>
            <p:cNvSpPr/>
            <p:nvPr userDrawn="1"/>
          </p:nvSpPr>
          <p:spPr>
            <a:xfrm>
              <a:off x="-3220" y="6297769"/>
              <a:ext cx="12188952" cy="274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5D850CAE-2FDE-4CF0-AF54-5CDD34DD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023" y="6433624"/>
            <a:ext cx="5808371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48" name="Date Placeholder 3">
            <a:extLst>
              <a:ext uri="{FF2B5EF4-FFF2-40B4-BE49-F238E27FC236}">
                <a16:creationId xmlns:a16="http://schemas.microsoft.com/office/drawing/2014/main" id="{D8EDBDB5-3033-4B9C-A2C2-C3A7500C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433624"/>
            <a:ext cx="2743200" cy="365125"/>
          </a:xfrm>
        </p:spPr>
        <p:txBody>
          <a:bodyPr/>
          <a:lstStyle>
            <a:lvl1pPr algn="l"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864271C0-60AF-47BC-A66F-2E25A2B24385}" type="datetime1">
              <a:rPr lang="en-IN" smtClean="0"/>
              <a:t>30-03-2026</a:t>
            </a:fld>
            <a:endParaRPr lang="en-IN"/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29232748-F020-4D6E-8E59-63BA94ACB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433624"/>
            <a:ext cx="2743200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A3C32D10-38E4-4D39-BA26-12DFBFA346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16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AB3019C3-AC11-4583-BAEF-739CD8F020B2}"/>
              </a:ext>
            </a:extLst>
          </p:cNvPr>
          <p:cNvGrpSpPr/>
          <p:nvPr userDrawn="1"/>
        </p:nvGrpSpPr>
        <p:grpSpPr>
          <a:xfrm>
            <a:off x="-3220" y="6297769"/>
            <a:ext cx="12188952" cy="560231"/>
            <a:chOff x="-3220" y="6297769"/>
            <a:chExt cx="12188952" cy="56023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7DD6B9F-2427-4C79-84F3-1AE07C08D060}"/>
                </a:ext>
              </a:extLst>
            </p:cNvPr>
            <p:cNvSpPr/>
            <p:nvPr userDrawn="1"/>
          </p:nvSpPr>
          <p:spPr>
            <a:xfrm>
              <a:off x="-1" y="6356350"/>
              <a:ext cx="12179808" cy="501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6C5F9F-8FE9-4FBB-9430-D7CFDDB8B32F}"/>
                </a:ext>
              </a:extLst>
            </p:cNvPr>
            <p:cNvSpPr/>
            <p:nvPr userDrawn="1"/>
          </p:nvSpPr>
          <p:spPr>
            <a:xfrm>
              <a:off x="-3220" y="6297769"/>
              <a:ext cx="12188952" cy="274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8C31593-8533-40BB-B887-52B1A6CC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192" y="136525"/>
            <a:ext cx="9905706" cy="1325563"/>
          </a:xfrm>
        </p:spPr>
        <p:txBody>
          <a:bodyPr/>
          <a:lstStyle>
            <a:lvl1pPr>
              <a:defRPr b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11546-3D06-4A93-A000-FD08170E8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192" y="1647814"/>
            <a:ext cx="9918585" cy="4546923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rgbClr val="7030A0"/>
                </a:solidFill>
                <a:latin typeface="Bookman Old Style" panose="02050604050505020204" pitchFamily="18" charset="0"/>
              </a:defRPr>
            </a:lvl2pPr>
            <a:lvl3pPr>
              <a:defRPr>
                <a:solidFill>
                  <a:srgbClr val="FF0000"/>
                </a:solidFill>
                <a:latin typeface="Bookman Old Style" panose="02050604050505020204" pitchFamily="18" charset="0"/>
              </a:defRPr>
            </a:lvl3pPr>
            <a:lvl4pPr>
              <a:defRPr>
                <a:solidFill>
                  <a:schemeClr val="tx2"/>
                </a:solidFill>
                <a:latin typeface="Bookman Old Style" panose="02050604050505020204" pitchFamily="18" charset="0"/>
              </a:defRPr>
            </a:lvl4pPr>
            <a:lvl5pPr>
              <a:defRPr>
                <a:solidFill>
                  <a:srgbClr val="00CC00"/>
                </a:solidFill>
                <a:latin typeface="Bookman Old Style" panose="0205060405050502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1" name="Picture 10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C092A869-3136-48EA-BC8D-4B3A41766FE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12" name="Picture 11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2886BEEB-B639-46C4-AA1F-0C563B9DA308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38D688B8-6C03-4AA2-81C9-5042F375C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023" y="6433624"/>
            <a:ext cx="5808371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E074AC72-98A9-4916-9C59-AA72B4DA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433624"/>
            <a:ext cx="2743200" cy="365125"/>
          </a:xfrm>
        </p:spPr>
        <p:txBody>
          <a:bodyPr/>
          <a:lstStyle>
            <a:lvl1pPr algn="l"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EE8991C6-EBCA-4AB2-B2D8-586852CD54B6}" type="datetime1">
              <a:rPr lang="en-IN" smtClean="0"/>
              <a:t>30-03-2026</a:t>
            </a:fld>
            <a:endParaRPr lang="en-IN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016A30A-DAFA-4111-A621-67420082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433624"/>
            <a:ext cx="2743200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A3C32D10-38E4-4D39-BA26-12DFBFA346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748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AB9ABE2-AF42-4BEE-9097-F22AFD01881E}"/>
              </a:ext>
            </a:extLst>
          </p:cNvPr>
          <p:cNvGrpSpPr/>
          <p:nvPr userDrawn="1"/>
        </p:nvGrpSpPr>
        <p:grpSpPr>
          <a:xfrm>
            <a:off x="-3220" y="6297769"/>
            <a:ext cx="12188952" cy="560231"/>
            <a:chOff x="-3220" y="6297769"/>
            <a:chExt cx="12188952" cy="56023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25B2652-F8BC-4923-B0CF-E705E30C12F9}"/>
                </a:ext>
              </a:extLst>
            </p:cNvPr>
            <p:cNvSpPr/>
            <p:nvPr userDrawn="1"/>
          </p:nvSpPr>
          <p:spPr>
            <a:xfrm>
              <a:off x="-1" y="6356350"/>
              <a:ext cx="12179808" cy="501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74A6066-E6AF-4253-93C6-1907EEAEA2AB}"/>
                </a:ext>
              </a:extLst>
            </p:cNvPr>
            <p:cNvSpPr/>
            <p:nvPr userDrawn="1"/>
          </p:nvSpPr>
          <p:spPr>
            <a:xfrm>
              <a:off x="-3220" y="6297769"/>
              <a:ext cx="12188952" cy="274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8C31593-8533-40BB-B887-52B1A6CCB24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42434" y="136525"/>
            <a:ext cx="9905706" cy="1325563"/>
          </a:xfrm>
        </p:spPr>
        <p:txBody>
          <a:bodyPr/>
          <a:lstStyle>
            <a:lvl1pPr>
              <a:defRPr b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11546-3D06-4A93-A000-FD08170E8D29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446355" y="1585113"/>
            <a:ext cx="9918585" cy="4546923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rgbClr val="7030A0"/>
                </a:solidFill>
                <a:latin typeface="Bookman Old Style" panose="02050604050505020204" pitchFamily="18" charset="0"/>
              </a:defRPr>
            </a:lvl2pPr>
            <a:lvl3pPr>
              <a:defRPr>
                <a:solidFill>
                  <a:srgbClr val="FF0000"/>
                </a:solidFill>
                <a:latin typeface="Bookman Old Style" panose="02050604050505020204" pitchFamily="18" charset="0"/>
              </a:defRPr>
            </a:lvl3pPr>
            <a:lvl4pPr>
              <a:defRPr>
                <a:solidFill>
                  <a:schemeClr val="tx2"/>
                </a:solidFill>
                <a:latin typeface="Bookman Old Style" panose="02050604050505020204" pitchFamily="18" charset="0"/>
              </a:defRPr>
            </a:lvl4pPr>
            <a:lvl5pPr>
              <a:defRPr>
                <a:solidFill>
                  <a:srgbClr val="00CC00"/>
                </a:solidFill>
                <a:latin typeface="Bookman Old Style" panose="0205060405050502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1" name="Picture 10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C092A869-3136-48EA-BC8D-4B3A41766FE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12" name="Picture 11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2886BEEB-B639-46C4-AA1F-0C563B9DA308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B87DA912-0390-4AA1-AAA2-7612C16E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023" y="6356350"/>
            <a:ext cx="5808371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D29063EF-3FBD-4CDF-BE70-3E87314C71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>
            <a:lvl1pPr algn="l"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7A1DA91C-071F-427F-BD92-5C458CAC9160}" type="datetime1">
              <a:rPr lang="en-IN" smtClean="0"/>
              <a:t>30-03-2026</a:t>
            </a:fld>
            <a:endParaRPr lang="en-IN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A7A64482-FB7D-48EF-85AF-ACF44454D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356350"/>
            <a:ext cx="2743200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A3C32D10-38E4-4D39-BA26-12DFBFA346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900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A6DD7D1-02D2-4547-889E-014274EFD90C}"/>
              </a:ext>
            </a:extLst>
          </p:cNvPr>
          <p:cNvGrpSpPr/>
          <p:nvPr userDrawn="1"/>
        </p:nvGrpSpPr>
        <p:grpSpPr>
          <a:xfrm>
            <a:off x="-3220" y="6297769"/>
            <a:ext cx="12188952" cy="560231"/>
            <a:chOff x="-3220" y="6297769"/>
            <a:chExt cx="12188952" cy="56023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1A8320F-C877-4A7B-B379-5F18FF5DEE1D}"/>
                </a:ext>
              </a:extLst>
            </p:cNvPr>
            <p:cNvSpPr/>
            <p:nvPr userDrawn="1"/>
          </p:nvSpPr>
          <p:spPr>
            <a:xfrm>
              <a:off x="-1" y="6356350"/>
              <a:ext cx="12179808" cy="501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13F7E07-71CE-4F6D-B94D-C50DA02DA6DB}"/>
                </a:ext>
              </a:extLst>
            </p:cNvPr>
            <p:cNvSpPr/>
            <p:nvPr userDrawn="1"/>
          </p:nvSpPr>
          <p:spPr>
            <a:xfrm>
              <a:off x="-3220" y="6297769"/>
              <a:ext cx="12188952" cy="274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B1ADFB-0B6E-444C-9FE4-1590D9FA5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39415-59CA-4268-A484-E4CA1FBBF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4FC47111-BC94-4542-8A78-F4F9B831C06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12" name="Picture 11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502EF302-48DE-4367-B262-0F61F1A513C0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9C91600-F877-4C2C-9929-45D70829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023" y="6356350"/>
            <a:ext cx="5808371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EFC3A958-64A3-4EB8-B848-DB9D40B637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>
            <a:lvl1pPr algn="l"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4EC93085-11F8-48CA-910B-6FE4AFFE51F7}" type="datetime1">
              <a:rPr lang="en-IN" smtClean="0"/>
              <a:t>30-03-2026</a:t>
            </a:fld>
            <a:endParaRPr lang="en-IN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7C01771-4FC8-43D2-ACC5-0A56D2760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356350"/>
            <a:ext cx="2743200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A3C32D10-38E4-4D39-BA26-12DFBFA346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2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0071370-EF26-46DF-9F05-BB1719860794}"/>
              </a:ext>
            </a:extLst>
          </p:cNvPr>
          <p:cNvGrpSpPr/>
          <p:nvPr userDrawn="1"/>
        </p:nvGrpSpPr>
        <p:grpSpPr>
          <a:xfrm>
            <a:off x="-3220" y="6297769"/>
            <a:ext cx="12188952" cy="560231"/>
            <a:chOff x="-3220" y="6297769"/>
            <a:chExt cx="12188952" cy="5602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967A9F-1419-4994-A915-225134621B56}"/>
                </a:ext>
              </a:extLst>
            </p:cNvPr>
            <p:cNvSpPr/>
            <p:nvPr userDrawn="1"/>
          </p:nvSpPr>
          <p:spPr>
            <a:xfrm>
              <a:off x="-1" y="6356350"/>
              <a:ext cx="12179808" cy="501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C52B34-DAC8-40BA-8F63-563D98EF353A}"/>
                </a:ext>
              </a:extLst>
            </p:cNvPr>
            <p:cNvSpPr/>
            <p:nvPr userDrawn="1"/>
          </p:nvSpPr>
          <p:spPr>
            <a:xfrm>
              <a:off x="-3220" y="6297769"/>
              <a:ext cx="12188952" cy="274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098320-E609-494B-9520-3BC75D33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90C89-9198-4B69-B2B7-80B1F1220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6AA8C7-0B4F-4BB1-8132-6A8B9313D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2" name="Picture 11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153EF3A5-A231-447A-9BCE-EA242A0BB1A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13" name="Picture 12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FD160E62-D3CB-4BB8-ADBD-9207AE1BBC1C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BA053546-B18B-4C4C-A34F-68EAD544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023" y="6356350"/>
            <a:ext cx="5808371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D0AF044-E69A-4BB8-B358-11B395D1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>
            <a:lvl1pPr algn="l"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7EC51080-CAEA-45EE-88C6-8868970484C9}" type="datetime1">
              <a:rPr lang="en-IN" smtClean="0"/>
              <a:t>30-03-2026</a:t>
            </a:fld>
            <a:endParaRPr lang="en-IN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5A6A9FC-7BD7-4084-8CEC-543FB9A0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356350"/>
            <a:ext cx="2743200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A3C32D10-38E4-4D39-BA26-12DFBFA346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600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992086C-9BB1-42BD-9EF7-F6FD010C2726}"/>
              </a:ext>
            </a:extLst>
          </p:cNvPr>
          <p:cNvGrpSpPr/>
          <p:nvPr userDrawn="1"/>
        </p:nvGrpSpPr>
        <p:grpSpPr>
          <a:xfrm>
            <a:off x="-3220" y="6297769"/>
            <a:ext cx="12188952" cy="560231"/>
            <a:chOff x="-3220" y="6297769"/>
            <a:chExt cx="12188952" cy="56023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56E3482-0557-47E5-BE1B-13DDA160AEBF}"/>
                </a:ext>
              </a:extLst>
            </p:cNvPr>
            <p:cNvSpPr/>
            <p:nvPr userDrawn="1"/>
          </p:nvSpPr>
          <p:spPr>
            <a:xfrm>
              <a:off x="-1" y="6356350"/>
              <a:ext cx="12179808" cy="501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FA5ED43-73B3-426A-B6C0-4C35223DF98B}"/>
                </a:ext>
              </a:extLst>
            </p:cNvPr>
            <p:cNvSpPr/>
            <p:nvPr userDrawn="1"/>
          </p:nvSpPr>
          <p:spPr>
            <a:xfrm>
              <a:off x="-3220" y="6297769"/>
              <a:ext cx="12188952" cy="274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1E9581-FE64-48DF-B27B-A2FD1AA84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36525"/>
            <a:ext cx="9983787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D9C1D-D51B-496E-AE19-967BD4CE7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9921" y="1681163"/>
            <a:ext cx="484765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A7155-0635-4C0B-9BE5-48D40A2CC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9921" y="2505075"/>
            <a:ext cx="484765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1C837-E1EE-4D2F-921F-A6EA4DA4B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0CFF1-6F46-40E6-842C-CC31D7EBD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4" name="Picture 13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7DA50AB3-0394-4BFD-9A43-E2F9F67EEAD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15" name="Picture 14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1C5F6A5A-89B7-408F-A849-E92C98A9B783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9094E8C-7B6D-4AC6-BAD6-BCBFF7BA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023" y="6356350"/>
            <a:ext cx="5808371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E2BE88F6-7009-40D9-9579-F2ABE10FE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>
            <a:lvl1pPr algn="l"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2B5249F5-F1A4-4EB4-A3E1-883928365E13}" type="datetime1">
              <a:rPr lang="en-IN" smtClean="0"/>
              <a:t>30-03-2026</a:t>
            </a:fld>
            <a:endParaRPr lang="en-I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59D6BF1-F4D9-40AA-8215-7EEF15C3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356350"/>
            <a:ext cx="2743200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A3C32D10-38E4-4D39-BA26-12DFBFA346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33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5046390-195B-4CA8-843D-32284E0DA5E8}"/>
              </a:ext>
            </a:extLst>
          </p:cNvPr>
          <p:cNvGrpSpPr/>
          <p:nvPr userDrawn="1"/>
        </p:nvGrpSpPr>
        <p:grpSpPr>
          <a:xfrm>
            <a:off x="-3220" y="6297769"/>
            <a:ext cx="12188952" cy="560231"/>
            <a:chOff x="-3220" y="6297769"/>
            <a:chExt cx="12188952" cy="5602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52B871-77C1-477D-A895-3F09FE8CF127}"/>
                </a:ext>
              </a:extLst>
            </p:cNvPr>
            <p:cNvSpPr/>
            <p:nvPr userDrawn="1"/>
          </p:nvSpPr>
          <p:spPr>
            <a:xfrm>
              <a:off x="-1" y="6356350"/>
              <a:ext cx="12179808" cy="501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059B3F-18E1-48CD-A32A-F16B22020C0C}"/>
                </a:ext>
              </a:extLst>
            </p:cNvPr>
            <p:cNvSpPr/>
            <p:nvPr userDrawn="1"/>
          </p:nvSpPr>
          <p:spPr>
            <a:xfrm>
              <a:off x="-3220" y="6297769"/>
              <a:ext cx="12188952" cy="274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0" name="Picture 9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075A2E9F-8689-4AF9-B8F3-51A59798431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11" name="Picture 10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1AB71E44-A280-4EDA-913D-51C8E6F633E2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C53CE73-15AB-464D-9F97-5EB88194C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192" y="136525"/>
            <a:ext cx="9905706" cy="1325563"/>
          </a:xfrm>
        </p:spPr>
        <p:txBody>
          <a:bodyPr/>
          <a:lstStyle>
            <a:lvl1pPr>
              <a:defRPr b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26F7F6A7-61D0-49A1-8743-3E7D24B7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023" y="6356350"/>
            <a:ext cx="5808371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78E026A0-E489-42D2-9672-91C98E6E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>
            <a:lvl1pPr algn="l"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EF23A25B-CF30-467B-98B9-97C534055C9E}" type="datetime1">
              <a:rPr lang="en-IN" smtClean="0"/>
              <a:t>30-03-2026</a:t>
            </a:fld>
            <a:endParaRPr lang="en-IN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6EB746A-F6E1-4101-80B2-CDE8C03E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356350"/>
            <a:ext cx="2743200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A3C32D10-38E4-4D39-BA26-12DFBFA346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77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DEE03AD-616F-4DDA-BC8A-BE0E3D5DF4F3}"/>
              </a:ext>
            </a:extLst>
          </p:cNvPr>
          <p:cNvGrpSpPr/>
          <p:nvPr userDrawn="1"/>
        </p:nvGrpSpPr>
        <p:grpSpPr>
          <a:xfrm>
            <a:off x="-3220" y="6297769"/>
            <a:ext cx="12188952" cy="560231"/>
            <a:chOff x="-3220" y="6297769"/>
            <a:chExt cx="12188952" cy="56023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35111C-712E-48EF-B0FD-57B30D100922}"/>
                </a:ext>
              </a:extLst>
            </p:cNvPr>
            <p:cNvSpPr/>
            <p:nvPr userDrawn="1"/>
          </p:nvSpPr>
          <p:spPr>
            <a:xfrm>
              <a:off x="-1" y="6356350"/>
              <a:ext cx="12179808" cy="501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83FACF-6A10-4ADC-97B0-3D93EBF51494}"/>
                </a:ext>
              </a:extLst>
            </p:cNvPr>
            <p:cNvSpPr/>
            <p:nvPr userDrawn="1"/>
          </p:nvSpPr>
          <p:spPr>
            <a:xfrm>
              <a:off x="-3220" y="6297769"/>
              <a:ext cx="12188952" cy="274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9" name="Picture 8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E092D114-E685-4A1C-87AC-F56029D6D53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10" name="Picture 9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077099DB-1038-4385-B3D9-E413DEA65A56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032D359-7AFC-45EC-8516-35C84803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023" y="6356350"/>
            <a:ext cx="5808371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628B4492-F974-4A25-8988-3553D387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>
            <a:lvl1pPr algn="l"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EFB0630B-359B-43F0-8814-9153476D66AF}" type="datetime1">
              <a:rPr lang="en-IN" smtClean="0"/>
              <a:t>30-03-2026</a:t>
            </a:fld>
            <a:endParaRPr lang="en-IN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95BD731-AFB0-4EF8-9CC9-6451D434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356350"/>
            <a:ext cx="2743200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A3C32D10-38E4-4D39-BA26-12DFBFA346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34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A65F965-4DDE-4633-946A-1206BC672C2D}"/>
              </a:ext>
            </a:extLst>
          </p:cNvPr>
          <p:cNvGrpSpPr/>
          <p:nvPr userDrawn="1"/>
        </p:nvGrpSpPr>
        <p:grpSpPr>
          <a:xfrm>
            <a:off x="-3220" y="6297769"/>
            <a:ext cx="12188952" cy="560231"/>
            <a:chOff x="-3220" y="6297769"/>
            <a:chExt cx="12188952" cy="5602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A5DED7-8859-4503-8E87-5BB501761338}"/>
                </a:ext>
              </a:extLst>
            </p:cNvPr>
            <p:cNvSpPr/>
            <p:nvPr userDrawn="1"/>
          </p:nvSpPr>
          <p:spPr>
            <a:xfrm>
              <a:off x="-1" y="6356350"/>
              <a:ext cx="12179808" cy="501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A91E8A3-567B-46F1-B777-A594FE3E4D5B}"/>
                </a:ext>
              </a:extLst>
            </p:cNvPr>
            <p:cNvSpPr/>
            <p:nvPr userDrawn="1"/>
          </p:nvSpPr>
          <p:spPr>
            <a:xfrm>
              <a:off x="-3220" y="6297769"/>
              <a:ext cx="12188952" cy="274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7F97F3-4FF9-4E89-A518-26CDED48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432EB-8608-457F-87A3-C7418B066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ED501-E019-4397-9C65-7141E13F5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B1BE43D5-C642-45DD-BBBC-9EFB3551D05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13" name="Picture 12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AD43F659-A2F7-4D0F-B2FF-410719D64A2C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80BD059F-FAD1-4F3E-A3C6-5D1DB49F9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023" y="6356350"/>
            <a:ext cx="5808371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74953BA-474C-4FF8-A3FC-5E92E062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>
            <a:lvl1pPr algn="l"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79A6B2EC-CA93-447C-9FF8-210392ABC33C}" type="datetime1">
              <a:rPr lang="en-IN" smtClean="0"/>
              <a:t>30-03-2026</a:t>
            </a:fld>
            <a:endParaRPr lang="en-IN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B78FDDA8-2458-4AC0-ABB1-6BE0CC22C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356350"/>
            <a:ext cx="2743200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A3C32D10-38E4-4D39-BA26-12DFBFA346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923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93FB33F-494C-4620-AD7A-457A24EF2096}"/>
              </a:ext>
            </a:extLst>
          </p:cNvPr>
          <p:cNvGrpSpPr/>
          <p:nvPr userDrawn="1"/>
        </p:nvGrpSpPr>
        <p:grpSpPr>
          <a:xfrm>
            <a:off x="-3220" y="6297769"/>
            <a:ext cx="12188952" cy="560231"/>
            <a:chOff x="-3220" y="6297769"/>
            <a:chExt cx="12188952" cy="5602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FF9E43D-2154-414C-8A5E-8277428DE92A}"/>
                </a:ext>
              </a:extLst>
            </p:cNvPr>
            <p:cNvSpPr/>
            <p:nvPr userDrawn="1"/>
          </p:nvSpPr>
          <p:spPr>
            <a:xfrm>
              <a:off x="-1" y="6356350"/>
              <a:ext cx="12179808" cy="501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08F03B-70DD-46C5-A05D-F6421E413F9C}"/>
                </a:ext>
              </a:extLst>
            </p:cNvPr>
            <p:cNvSpPr/>
            <p:nvPr userDrawn="1"/>
          </p:nvSpPr>
          <p:spPr>
            <a:xfrm>
              <a:off x="-3220" y="6297769"/>
              <a:ext cx="12188952" cy="274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7FCCE5B-7ACA-4D3D-AB52-A36CBA548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02F38-D865-4B09-9AEC-D90A05B63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0CCBE-2D64-40C8-BC45-275C1E187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DFA3429F-E761-4A08-A91B-DDCD45EF084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13" name="Picture 12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F15E49BF-578E-43F2-BD97-0DBE4731AD26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00B09A25-D8AB-45CE-AE63-1E842A14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023" y="6356350"/>
            <a:ext cx="5808371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B03186F6-9B2A-4A32-ABE2-FA5147C4C9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>
            <a:lvl1pPr algn="l"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17F975B4-509F-4BEE-9F08-D9F5E2E0494D}" type="datetime1">
              <a:rPr lang="en-IN" smtClean="0"/>
              <a:t>30-03-2026</a:t>
            </a:fld>
            <a:endParaRPr lang="en-IN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D8EA820B-E26E-4EB8-B0FD-D662FEBB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356350"/>
            <a:ext cx="2743200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A3C32D10-38E4-4D39-BA26-12DFBFA346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45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C247C33-738E-422F-9F27-A35AE1FA8C48}"/>
              </a:ext>
            </a:extLst>
          </p:cNvPr>
          <p:cNvGrpSpPr/>
          <p:nvPr userDrawn="1"/>
        </p:nvGrpSpPr>
        <p:grpSpPr>
          <a:xfrm>
            <a:off x="-3220" y="6297769"/>
            <a:ext cx="12188952" cy="560231"/>
            <a:chOff x="-3220" y="6297769"/>
            <a:chExt cx="12188952" cy="56023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95E9B4D-F94B-4B5C-B763-C33C059C7180}"/>
                </a:ext>
              </a:extLst>
            </p:cNvPr>
            <p:cNvSpPr/>
            <p:nvPr userDrawn="1"/>
          </p:nvSpPr>
          <p:spPr>
            <a:xfrm>
              <a:off x="-1" y="6356350"/>
              <a:ext cx="12179808" cy="501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66164F-0CA7-4283-AB03-537B6073DE43}"/>
                </a:ext>
              </a:extLst>
            </p:cNvPr>
            <p:cNvSpPr/>
            <p:nvPr userDrawn="1"/>
          </p:nvSpPr>
          <p:spPr>
            <a:xfrm>
              <a:off x="-3220" y="6297769"/>
              <a:ext cx="12188952" cy="274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FF8CA0-77EA-42AA-95E8-8584E23B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22CEB-952C-4596-9E8F-1F213CCEC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1" name="Picture 10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E49B422D-E405-403A-A617-49ED11A48E6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12" name="Picture 11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C8F991E2-B264-44C3-9F05-28B18DF80A34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294B0FEF-51C6-4368-8312-48D59EE0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023" y="6356350"/>
            <a:ext cx="5808371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9372CF12-326A-4A39-BAE2-8AF925DA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>
            <a:lvl1pPr algn="l"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7D6A6D27-8A1A-42BB-8A4A-097EDA203DCC}" type="datetime1">
              <a:rPr lang="en-IN" smtClean="0"/>
              <a:t>30-03-2026</a:t>
            </a:fld>
            <a:endParaRPr lang="en-IN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E9D9697-6AF0-47E7-8E47-70111E53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356350"/>
            <a:ext cx="2743200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A3C32D10-38E4-4D39-BA26-12DFBFA346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27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E6B2DDC-7C1B-46EC-96FA-879D659444BF}"/>
              </a:ext>
            </a:extLst>
          </p:cNvPr>
          <p:cNvGrpSpPr/>
          <p:nvPr userDrawn="1"/>
        </p:nvGrpSpPr>
        <p:grpSpPr>
          <a:xfrm>
            <a:off x="-3220" y="6297769"/>
            <a:ext cx="12188952" cy="560231"/>
            <a:chOff x="-3220" y="6297769"/>
            <a:chExt cx="12188952" cy="56023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9E19F5-6CF9-470C-BC2D-7B59419D344F}"/>
                </a:ext>
              </a:extLst>
            </p:cNvPr>
            <p:cNvSpPr/>
            <p:nvPr userDrawn="1"/>
          </p:nvSpPr>
          <p:spPr>
            <a:xfrm>
              <a:off x="-1" y="6356350"/>
              <a:ext cx="12179808" cy="501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FC0CE7-3686-4DD8-A372-91CDAB25ACD8}"/>
                </a:ext>
              </a:extLst>
            </p:cNvPr>
            <p:cNvSpPr/>
            <p:nvPr userDrawn="1"/>
          </p:nvSpPr>
          <p:spPr>
            <a:xfrm>
              <a:off x="-3220" y="6297769"/>
              <a:ext cx="12188952" cy="274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6D45C4-CFF4-413B-AFEE-C929F8B45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CC1C3-1B1B-423F-8A1E-89ACE4AB0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1" name="Picture 10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EE112235-8DEF-464D-90C3-F7CE3F85820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12" name="Picture 11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99361AC5-5C67-4D70-BA51-92BFBAFBCE15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D08ADCB-75BB-402E-9E01-7C3CBD8A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023" y="6356350"/>
            <a:ext cx="5808371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6B65D96-CBB5-4AC8-AE40-694F824904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>
            <a:lvl1pPr algn="l"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52368FDF-26AF-4574-BAAF-EBD37E596C76}" type="datetime1">
              <a:rPr lang="en-IN" smtClean="0"/>
              <a:t>30-03-2026</a:t>
            </a:fld>
            <a:endParaRPr lang="en-I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6FC6E8F-A86C-4977-A6E3-49C3F9A2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356350"/>
            <a:ext cx="2743200" cy="365125"/>
          </a:xfrm>
        </p:spPr>
        <p:txBody>
          <a:bodyPr/>
          <a:lstStyle>
            <a:lvl1pPr>
              <a:defRPr sz="1400" b="1">
                <a:solidFill>
                  <a:srgbClr val="FFFF00"/>
                </a:solidFill>
                <a:latin typeface="Bookman Old Style" panose="02050604050505020204" pitchFamily="18" charset="0"/>
              </a:defRPr>
            </a:lvl1pPr>
          </a:lstStyle>
          <a:p>
            <a:fld id="{A3C32D10-38E4-4D39-BA26-12DFBFA346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263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elephants in a blue circle&#10;&#10;Description automatically generated">
            <a:extLst>
              <a:ext uri="{FF2B5EF4-FFF2-40B4-BE49-F238E27FC236}">
                <a16:creationId xmlns:a16="http://schemas.microsoft.com/office/drawing/2014/main" id="{FFD883C6-5192-41C0-B4E0-585A9AE418F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600" cy="914400"/>
          </a:xfrm>
          <a:prstGeom prst="rect">
            <a:avLst/>
          </a:prstGeom>
        </p:spPr>
      </p:pic>
      <p:pic>
        <p:nvPicPr>
          <p:cNvPr id="3" name="Picture 2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F51D29B6-DB04-4A92-92EF-9724A47AD26C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258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636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C52B6D-34FB-4FDE-831C-0BC7BB7E8FCC}"/>
              </a:ext>
            </a:extLst>
          </p:cNvPr>
          <p:cNvGrpSpPr/>
          <p:nvPr userDrawn="1"/>
        </p:nvGrpSpPr>
        <p:grpSpPr>
          <a:xfrm>
            <a:off x="0" y="5735952"/>
            <a:ext cx="12192000" cy="723192"/>
            <a:chOff x="0" y="5808144"/>
            <a:chExt cx="12192000" cy="723192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8273629-03F8-49F1-A322-60F40F3A5D5C}"/>
                </a:ext>
              </a:extLst>
            </p:cNvPr>
            <p:cNvSpPr/>
            <p:nvPr/>
          </p:nvSpPr>
          <p:spPr>
            <a:xfrm>
              <a:off x="7651033" y="5808144"/>
              <a:ext cx="4540967" cy="723192"/>
            </a:xfrm>
            <a:custGeom>
              <a:avLst/>
              <a:gdLst>
                <a:gd name="connsiteX0" fmla="*/ 2320655 w 4540967"/>
                <a:gd name="connsiteY0" fmla="*/ 0 h 723192"/>
                <a:gd name="connsiteX1" fmla="*/ 2481565 w 4540967"/>
                <a:gd name="connsiteY1" fmla="*/ 57012 h 723192"/>
                <a:gd name="connsiteX2" fmla="*/ 2540708 w 4540967"/>
                <a:gd name="connsiteY2" fmla="*/ 199540 h 723192"/>
                <a:gd name="connsiteX3" fmla="*/ 2522858 w 4540967"/>
                <a:gd name="connsiteY3" fmla="*/ 283991 h 723192"/>
                <a:gd name="connsiteX4" fmla="*/ 2477836 w 4540967"/>
                <a:gd name="connsiteY4" fmla="*/ 348728 h 723192"/>
                <a:gd name="connsiteX5" fmla="*/ 2386458 w 4540967"/>
                <a:gd name="connsiteY5" fmla="*/ 420658 h 723192"/>
                <a:gd name="connsiteX6" fmla="*/ 2268440 w 4540967"/>
                <a:gd name="connsiteY6" fmla="*/ 526955 h 723192"/>
                <a:gd name="connsiteX7" fmla="*/ 2244463 w 4540967"/>
                <a:gd name="connsiteY7" fmla="*/ 578371 h 723192"/>
                <a:gd name="connsiteX8" fmla="*/ 2411501 w 4540967"/>
                <a:gd name="connsiteY8" fmla="*/ 578371 h 723192"/>
                <a:gd name="connsiteX9" fmla="*/ 2411501 w 4540967"/>
                <a:gd name="connsiteY9" fmla="*/ 522692 h 723192"/>
                <a:gd name="connsiteX10" fmla="*/ 2443469 w 4540967"/>
                <a:gd name="connsiteY10" fmla="*/ 490723 h 723192"/>
                <a:gd name="connsiteX11" fmla="*/ 2515932 w 4540967"/>
                <a:gd name="connsiteY11" fmla="*/ 490723 h 723192"/>
                <a:gd name="connsiteX12" fmla="*/ 2533248 w 4540967"/>
                <a:gd name="connsiteY12" fmla="*/ 495785 h 723192"/>
                <a:gd name="connsiteX13" fmla="*/ 2546303 w 4540967"/>
                <a:gd name="connsiteY13" fmla="*/ 520294 h 723192"/>
                <a:gd name="connsiteX14" fmla="*/ 2545503 w 4540967"/>
                <a:gd name="connsiteY14" fmla="*/ 670015 h 723192"/>
                <a:gd name="connsiteX15" fmla="*/ 2545770 w 4540967"/>
                <a:gd name="connsiteY15" fmla="*/ 679073 h 723192"/>
                <a:gd name="connsiteX16" fmla="*/ 2554029 w 4540967"/>
                <a:gd name="connsiteY16" fmla="*/ 687332 h 723192"/>
                <a:gd name="connsiteX17" fmla="*/ 2685367 w 4540967"/>
                <a:gd name="connsiteY17" fmla="*/ 689196 h 723192"/>
                <a:gd name="connsiteX18" fmla="*/ 2755432 w 4540967"/>
                <a:gd name="connsiteY18" fmla="*/ 690262 h 723192"/>
                <a:gd name="connsiteX19" fmla="*/ 2686433 w 4540967"/>
                <a:gd name="connsiteY19" fmla="*/ 626857 h 723192"/>
                <a:gd name="connsiteX20" fmla="*/ 2624892 w 4540967"/>
                <a:gd name="connsiteY20" fmla="*/ 361249 h 723192"/>
                <a:gd name="connsiteX21" fmla="*/ 2684834 w 4540967"/>
                <a:gd name="connsiteY21" fmla="*/ 97772 h 723192"/>
                <a:gd name="connsiteX22" fmla="*/ 2869188 w 4540967"/>
                <a:gd name="connsiteY22" fmla="*/ 0 h 723192"/>
                <a:gd name="connsiteX23" fmla="*/ 3054075 w 4540967"/>
                <a:gd name="connsiteY23" fmla="*/ 96440 h 723192"/>
                <a:gd name="connsiteX24" fmla="*/ 3114283 w 4540967"/>
                <a:gd name="connsiteY24" fmla="*/ 360450 h 723192"/>
                <a:gd name="connsiteX25" fmla="*/ 3052477 w 4540967"/>
                <a:gd name="connsiteY25" fmla="*/ 626325 h 723192"/>
                <a:gd name="connsiteX26" fmla="*/ 2981879 w 4540967"/>
                <a:gd name="connsiteY26" fmla="*/ 693992 h 723192"/>
                <a:gd name="connsiteX27" fmla="*/ 3045017 w 4540967"/>
                <a:gd name="connsiteY27" fmla="*/ 693992 h 723192"/>
                <a:gd name="connsiteX28" fmla="*/ 3232834 w 4540967"/>
                <a:gd name="connsiteY28" fmla="*/ 695590 h 723192"/>
                <a:gd name="connsiteX29" fmla="*/ 3240027 w 4540967"/>
                <a:gd name="connsiteY29" fmla="*/ 692660 h 723192"/>
                <a:gd name="connsiteX30" fmla="*/ 3242958 w 4540967"/>
                <a:gd name="connsiteY30" fmla="*/ 685467 h 723192"/>
                <a:gd name="connsiteX31" fmla="*/ 3242958 w 4540967"/>
                <a:gd name="connsiteY31" fmla="*/ 615402 h 723192"/>
                <a:gd name="connsiteX32" fmla="*/ 3280255 w 4540967"/>
                <a:gd name="connsiteY32" fmla="*/ 578104 h 723192"/>
                <a:gd name="connsiteX33" fmla="*/ 3323413 w 4540967"/>
                <a:gd name="connsiteY33" fmla="*/ 578104 h 723192"/>
                <a:gd name="connsiteX34" fmla="*/ 3336201 w 4540967"/>
                <a:gd name="connsiteY34" fmla="*/ 565317 h 723192"/>
                <a:gd name="connsiteX35" fmla="*/ 3336201 w 4540967"/>
                <a:gd name="connsiteY35" fmla="*/ 151586 h 723192"/>
                <a:gd name="connsiteX36" fmla="*/ 3331139 w 4540967"/>
                <a:gd name="connsiteY36" fmla="*/ 146524 h 723192"/>
                <a:gd name="connsiteX37" fmla="*/ 3272263 w 4540967"/>
                <a:gd name="connsiteY37" fmla="*/ 146524 h 723192"/>
                <a:gd name="connsiteX38" fmla="*/ 3237097 w 4540967"/>
                <a:gd name="connsiteY38" fmla="*/ 111359 h 723192"/>
                <a:gd name="connsiteX39" fmla="*/ 3237097 w 4540967"/>
                <a:gd name="connsiteY39" fmla="*/ 51151 h 723192"/>
                <a:gd name="connsiteX40" fmla="*/ 3276792 w 4540967"/>
                <a:gd name="connsiteY40" fmla="*/ 11456 h 723192"/>
                <a:gd name="connsiteX41" fmla="*/ 3471802 w 4540967"/>
                <a:gd name="connsiteY41" fmla="*/ 11456 h 723192"/>
                <a:gd name="connsiteX42" fmla="*/ 3511230 w 4540967"/>
                <a:gd name="connsiteY42" fmla="*/ 50884 h 723192"/>
                <a:gd name="connsiteX43" fmla="*/ 3511230 w 4540967"/>
                <a:gd name="connsiteY43" fmla="*/ 572776 h 723192"/>
                <a:gd name="connsiteX44" fmla="*/ 3516558 w 4540967"/>
                <a:gd name="connsiteY44" fmla="*/ 578104 h 723192"/>
                <a:gd name="connsiteX45" fmla="*/ 3570106 w 4540967"/>
                <a:gd name="connsiteY45" fmla="*/ 578104 h 723192"/>
                <a:gd name="connsiteX46" fmla="*/ 3599677 w 4540967"/>
                <a:gd name="connsiteY46" fmla="*/ 607676 h 723192"/>
                <a:gd name="connsiteX47" fmla="*/ 3599677 w 4540967"/>
                <a:gd name="connsiteY47" fmla="*/ 689463 h 723192"/>
                <a:gd name="connsiteX48" fmla="*/ 3606604 w 4540967"/>
                <a:gd name="connsiteY48" fmla="*/ 695856 h 723192"/>
                <a:gd name="connsiteX49" fmla="*/ 3741939 w 4540967"/>
                <a:gd name="connsiteY49" fmla="*/ 695856 h 723192"/>
                <a:gd name="connsiteX50" fmla="*/ 3755259 w 4540967"/>
                <a:gd name="connsiteY50" fmla="*/ 682802 h 723192"/>
                <a:gd name="connsiteX51" fmla="*/ 3756059 w 4540967"/>
                <a:gd name="connsiteY51" fmla="*/ 628189 h 723192"/>
                <a:gd name="connsiteX52" fmla="*/ 3795487 w 4540967"/>
                <a:gd name="connsiteY52" fmla="*/ 589294 h 723192"/>
                <a:gd name="connsiteX53" fmla="*/ 3918834 w 4540967"/>
                <a:gd name="connsiteY53" fmla="*/ 589294 h 723192"/>
                <a:gd name="connsiteX54" fmla="*/ 3939880 w 4540967"/>
                <a:gd name="connsiteY54" fmla="*/ 588761 h 723192"/>
                <a:gd name="connsiteX55" fmla="*/ 4026995 w 4540967"/>
                <a:gd name="connsiteY55" fmla="*/ 436909 h 723192"/>
                <a:gd name="connsiteX56" fmla="*/ 3916969 w 4540967"/>
                <a:gd name="connsiteY56" fmla="*/ 465681 h 723192"/>
                <a:gd name="connsiteX57" fmla="*/ 3778970 w 4540967"/>
                <a:gd name="connsiteY57" fmla="*/ 404940 h 723192"/>
                <a:gd name="connsiteX58" fmla="*/ 3722225 w 4540967"/>
                <a:gd name="connsiteY58" fmla="*/ 241366 h 723192"/>
                <a:gd name="connsiteX59" fmla="*/ 3782699 w 4540967"/>
                <a:gd name="connsiteY59" fmla="*/ 69000 h 723192"/>
                <a:gd name="connsiteX60" fmla="*/ 3951602 w 4540967"/>
                <a:gd name="connsiteY60" fmla="*/ 0 h 723192"/>
                <a:gd name="connsiteX61" fmla="*/ 4136755 w 4540967"/>
                <a:gd name="connsiteY61" fmla="*/ 85517 h 723192"/>
                <a:gd name="connsiteX62" fmla="*/ 4200693 w 4540967"/>
                <a:gd name="connsiteY62" fmla="*/ 359650 h 723192"/>
                <a:gd name="connsiteX63" fmla="*/ 4060029 w 4540967"/>
                <a:gd name="connsiteY63" fmla="*/ 695590 h 723192"/>
                <a:gd name="connsiteX64" fmla="*/ 4140751 w 4540967"/>
                <a:gd name="connsiteY64" fmla="*/ 695856 h 723192"/>
                <a:gd name="connsiteX65" fmla="*/ 4540967 w 4540967"/>
                <a:gd name="connsiteY65" fmla="*/ 695856 h 723192"/>
                <a:gd name="connsiteX66" fmla="*/ 4540967 w 4540967"/>
                <a:gd name="connsiteY66" fmla="*/ 723192 h 723192"/>
                <a:gd name="connsiteX67" fmla="*/ 4140751 w 4540967"/>
                <a:gd name="connsiteY67" fmla="*/ 722497 h 723192"/>
                <a:gd name="connsiteX68" fmla="*/ 3949737 w 4540967"/>
                <a:gd name="connsiteY68" fmla="*/ 721698 h 723192"/>
                <a:gd name="connsiteX69" fmla="*/ 3949737 w 4540967"/>
                <a:gd name="connsiteY69" fmla="*/ 695324 h 723192"/>
                <a:gd name="connsiteX70" fmla="*/ 4114377 w 4540967"/>
                <a:gd name="connsiteY70" fmla="*/ 613803 h 723192"/>
                <a:gd name="connsiteX71" fmla="*/ 4174052 w 4540967"/>
                <a:gd name="connsiteY71" fmla="*/ 359917 h 723192"/>
                <a:gd name="connsiteX72" fmla="*/ 4115709 w 4540967"/>
                <a:gd name="connsiteY72" fmla="*/ 102035 h 723192"/>
                <a:gd name="connsiteX73" fmla="*/ 3951602 w 4540967"/>
                <a:gd name="connsiteY73" fmla="*/ 26907 h 723192"/>
                <a:gd name="connsiteX74" fmla="*/ 3802414 w 4540967"/>
                <a:gd name="connsiteY74" fmla="*/ 86849 h 723192"/>
                <a:gd name="connsiteX75" fmla="*/ 3748599 w 4540967"/>
                <a:gd name="connsiteY75" fmla="*/ 241366 h 723192"/>
                <a:gd name="connsiteX76" fmla="*/ 3798151 w 4540967"/>
                <a:gd name="connsiteY76" fmla="*/ 386824 h 723192"/>
                <a:gd name="connsiteX77" fmla="*/ 3916702 w 4540967"/>
                <a:gd name="connsiteY77" fmla="*/ 439040 h 723192"/>
                <a:gd name="connsiteX78" fmla="*/ 4033921 w 4540967"/>
                <a:gd name="connsiteY78" fmla="*/ 399611 h 723192"/>
                <a:gd name="connsiteX79" fmla="*/ 4043245 w 4540967"/>
                <a:gd name="connsiteY79" fmla="*/ 392418 h 723192"/>
                <a:gd name="connsiteX80" fmla="*/ 4056300 w 4540967"/>
                <a:gd name="connsiteY80" fmla="*/ 399345 h 723192"/>
                <a:gd name="connsiteX81" fmla="*/ 4055501 w 4540967"/>
                <a:gd name="connsiteY81" fmla="*/ 411067 h 723192"/>
                <a:gd name="connsiteX82" fmla="*/ 3939613 w 4540967"/>
                <a:gd name="connsiteY82" fmla="*/ 615668 h 723192"/>
                <a:gd name="connsiteX83" fmla="*/ 3918567 w 4540967"/>
                <a:gd name="connsiteY83" fmla="*/ 616201 h 723192"/>
                <a:gd name="connsiteX84" fmla="*/ 3795220 w 4540967"/>
                <a:gd name="connsiteY84" fmla="*/ 616201 h 723192"/>
                <a:gd name="connsiteX85" fmla="*/ 3782433 w 4540967"/>
                <a:gd name="connsiteY85" fmla="*/ 628722 h 723192"/>
                <a:gd name="connsiteX86" fmla="*/ 3781634 w 4540967"/>
                <a:gd name="connsiteY86" fmla="*/ 683336 h 723192"/>
                <a:gd name="connsiteX87" fmla="*/ 3741673 w 4540967"/>
                <a:gd name="connsiteY87" fmla="*/ 722497 h 723192"/>
                <a:gd name="connsiteX88" fmla="*/ 3606337 w 4540967"/>
                <a:gd name="connsiteY88" fmla="*/ 722497 h 723192"/>
                <a:gd name="connsiteX89" fmla="*/ 3572771 w 4540967"/>
                <a:gd name="connsiteY89" fmla="*/ 689996 h 723192"/>
                <a:gd name="connsiteX90" fmla="*/ 3572771 w 4540967"/>
                <a:gd name="connsiteY90" fmla="*/ 689463 h 723192"/>
                <a:gd name="connsiteX91" fmla="*/ 3572771 w 4540967"/>
                <a:gd name="connsiteY91" fmla="*/ 607410 h 723192"/>
                <a:gd name="connsiteX92" fmla="*/ 3569840 w 4540967"/>
                <a:gd name="connsiteY92" fmla="*/ 604479 h 723192"/>
                <a:gd name="connsiteX93" fmla="*/ 3516558 w 4540967"/>
                <a:gd name="connsiteY93" fmla="*/ 604479 h 723192"/>
                <a:gd name="connsiteX94" fmla="*/ 3484589 w 4540967"/>
                <a:gd name="connsiteY94" fmla="*/ 572510 h 723192"/>
                <a:gd name="connsiteX95" fmla="*/ 3484589 w 4540967"/>
                <a:gd name="connsiteY95" fmla="*/ 51151 h 723192"/>
                <a:gd name="connsiteX96" fmla="*/ 3471802 w 4540967"/>
                <a:gd name="connsiteY96" fmla="*/ 38363 h 723192"/>
                <a:gd name="connsiteX97" fmla="*/ 3276792 w 4540967"/>
                <a:gd name="connsiteY97" fmla="*/ 38363 h 723192"/>
                <a:gd name="connsiteX98" fmla="*/ 3263737 w 4540967"/>
                <a:gd name="connsiteY98" fmla="*/ 51416 h 723192"/>
                <a:gd name="connsiteX99" fmla="*/ 3263737 w 4540967"/>
                <a:gd name="connsiteY99" fmla="*/ 111625 h 723192"/>
                <a:gd name="connsiteX100" fmla="*/ 3272263 w 4540967"/>
                <a:gd name="connsiteY100" fmla="*/ 120150 h 723192"/>
                <a:gd name="connsiteX101" fmla="*/ 3331139 w 4540967"/>
                <a:gd name="connsiteY101" fmla="*/ 120150 h 723192"/>
                <a:gd name="connsiteX102" fmla="*/ 3362841 w 4540967"/>
                <a:gd name="connsiteY102" fmla="*/ 151852 h 723192"/>
                <a:gd name="connsiteX103" fmla="*/ 3362841 w 4540967"/>
                <a:gd name="connsiteY103" fmla="*/ 565850 h 723192"/>
                <a:gd name="connsiteX104" fmla="*/ 3323413 w 4540967"/>
                <a:gd name="connsiteY104" fmla="*/ 605278 h 723192"/>
                <a:gd name="connsiteX105" fmla="*/ 3280255 w 4540967"/>
                <a:gd name="connsiteY105" fmla="*/ 605278 h 723192"/>
                <a:gd name="connsiteX106" fmla="*/ 3269599 w 4540967"/>
                <a:gd name="connsiteY106" fmla="*/ 615934 h 723192"/>
                <a:gd name="connsiteX107" fmla="*/ 3269599 w 4540967"/>
                <a:gd name="connsiteY107" fmla="*/ 686266 h 723192"/>
                <a:gd name="connsiteX108" fmla="*/ 3258943 w 4540967"/>
                <a:gd name="connsiteY108" fmla="*/ 712374 h 723192"/>
                <a:gd name="connsiteX109" fmla="*/ 3233101 w 4540967"/>
                <a:gd name="connsiteY109" fmla="*/ 723030 h 723192"/>
                <a:gd name="connsiteX110" fmla="*/ 3232834 w 4540967"/>
                <a:gd name="connsiteY110" fmla="*/ 723030 h 723192"/>
                <a:gd name="connsiteX111" fmla="*/ 3045017 w 4540967"/>
                <a:gd name="connsiteY111" fmla="*/ 721432 h 723192"/>
                <a:gd name="connsiteX112" fmla="*/ 2941917 w 4540967"/>
                <a:gd name="connsiteY112" fmla="*/ 721432 h 723192"/>
                <a:gd name="connsiteX113" fmla="*/ 2926732 w 4540967"/>
                <a:gd name="connsiteY113" fmla="*/ 711042 h 723192"/>
                <a:gd name="connsiteX114" fmla="*/ 2934725 w 4540967"/>
                <a:gd name="connsiteY114" fmla="*/ 692127 h 723192"/>
                <a:gd name="connsiteX115" fmla="*/ 3030631 w 4540967"/>
                <a:gd name="connsiteY115" fmla="*/ 612471 h 723192"/>
                <a:gd name="connsiteX116" fmla="*/ 3087909 w 4540967"/>
                <a:gd name="connsiteY116" fmla="*/ 361249 h 723192"/>
                <a:gd name="connsiteX117" fmla="*/ 3031697 w 4540967"/>
                <a:gd name="connsiteY117" fmla="*/ 111625 h 723192"/>
                <a:gd name="connsiteX118" fmla="*/ 2869188 w 4540967"/>
                <a:gd name="connsiteY118" fmla="*/ 27174 h 723192"/>
                <a:gd name="connsiteX119" fmla="*/ 2706680 w 4540967"/>
                <a:gd name="connsiteY119" fmla="*/ 111891 h 723192"/>
                <a:gd name="connsiteX120" fmla="*/ 2650734 w 4540967"/>
                <a:gd name="connsiteY120" fmla="*/ 360982 h 723192"/>
                <a:gd name="connsiteX121" fmla="*/ 2708012 w 4540967"/>
                <a:gd name="connsiteY121" fmla="*/ 611938 h 723192"/>
                <a:gd name="connsiteX122" fmla="*/ 2808447 w 4540967"/>
                <a:gd name="connsiteY122" fmla="*/ 688131 h 723192"/>
                <a:gd name="connsiteX123" fmla="*/ 2818571 w 4540967"/>
                <a:gd name="connsiteY123" fmla="*/ 701984 h 723192"/>
                <a:gd name="connsiteX124" fmla="*/ 2803386 w 4540967"/>
                <a:gd name="connsiteY124" fmla="*/ 717702 h 723192"/>
                <a:gd name="connsiteX125" fmla="*/ 2803119 w 4540967"/>
                <a:gd name="connsiteY125" fmla="*/ 717702 h 723192"/>
                <a:gd name="connsiteX126" fmla="*/ 2684568 w 4540967"/>
                <a:gd name="connsiteY126" fmla="*/ 716104 h 723192"/>
                <a:gd name="connsiteX127" fmla="*/ 2553229 w 4540967"/>
                <a:gd name="connsiteY127" fmla="*/ 714239 h 723192"/>
                <a:gd name="connsiteX128" fmla="*/ 2518862 w 4540967"/>
                <a:gd name="connsiteY128" fmla="*/ 679872 h 723192"/>
                <a:gd name="connsiteX129" fmla="*/ 2518596 w 4540967"/>
                <a:gd name="connsiteY129" fmla="*/ 670282 h 723192"/>
                <a:gd name="connsiteX130" fmla="*/ 2519395 w 4540967"/>
                <a:gd name="connsiteY130" fmla="*/ 520561 h 723192"/>
                <a:gd name="connsiteX131" fmla="*/ 2518596 w 4540967"/>
                <a:gd name="connsiteY131" fmla="*/ 518429 h 723192"/>
                <a:gd name="connsiteX132" fmla="*/ 2516465 w 4540967"/>
                <a:gd name="connsiteY132" fmla="*/ 517630 h 723192"/>
                <a:gd name="connsiteX133" fmla="*/ 2443203 w 4540967"/>
                <a:gd name="connsiteY133" fmla="*/ 517630 h 723192"/>
                <a:gd name="connsiteX134" fmla="*/ 2437875 w 4540967"/>
                <a:gd name="connsiteY134" fmla="*/ 522958 h 723192"/>
                <a:gd name="connsiteX135" fmla="*/ 2437875 w 4540967"/>
                <a:gd name="connsiteY135" fmla="*/ 581568 h 723192"/>
                <a:gd name="connsiteX136" fmla="*/ 2414164 w 4540967"/>
                <a:gd name="connsiteY136" fmla="*/ 605278 h 723192"/>
                <a:gd name="connsiteX137" fmla="*/ 2236737 w 4540967"/>
                <a:gd name="connsiteY137" fmla="*/ 605278 h 723192"/>
                <a:gd name="connsiteX138" fmla="*/ 2223683 w 4540967"/>
                <a:gd name="connsiteY138" fmla="*/ 601016 h 723192"/>
                <a:gd name="connsiteX139" fmla="*/ 2216490 w 4540967"/>
                <a:gd name="connsiteY139" fmla="*/ 580502 h 723192"/>
                <a:gd name="connsiteX140" fmla="*/ 2245529 w 4540967"/>
                <a:gd name="connsiteY140" fmla="*/ 513367 h 723192"/>
                <a:gd name="connsiteX141" fmla="*/ 2371006 w 4540967"/>
                <a:gd name="connsiteY141" fmla="*/ 399345 h 723192"/>
                <a:gd name="connsiteX142" fmla="*/ 2459454 w 4540967"/>
                <a:gd name="connsiteY142" fmla="*/ 330079 h 723192"/>
                <a:gd name="connsiteX143" fmla="*/ 2498882 w 4540967"/>
                <a:gd name="connsiteY143" fmla="*/ 273334 h 723192"/>
                <a:gd name="connsiteX144" fmla="*/ 2514334 w 4540967"/>
                <a:gd name="connsiteY144" fmla="*/ 200073 h 723192"/>
                <a:gd name="connsiteX145" fmla="*/ 2463450 w 4540967"/>
                <a:gd name="connsiteY145" fmla="*/ 76726 h 723192"/>
                <a:gd name="connsiteX146" fmla="*/ 2320655 w 4540967"/>
                <a:gd name="connsiteY146" fmla="*/ 26641 h 723192"/>
                <a:gd name="connsiteX147" fmla="*/ 2217555 w 4540967"/>
                <a:gd name="connsiteY147" fmla="*/ 47687 h 723192"/>
                <a:gd name="connsiteX148" fmla="*/ 2144561 w 4540967"/>
                <a:gd name="connsiteY148" fmla="*/ 114023 h 723192"/>
                <a:gd name="connsiteX149" fmla="*/ 2117387 w 4540967"/>
                <a:gd name="connsiteY149" fmla="*/ 239234 h 723192"/>
                <a:gd name="connsiteX150" fmla="*/ 2119784 w 4540967"/>
                <a:gd name="connsiteY150" fmla="*/ 241632 h 723192"/>
                <a:gd name="connsiteX151" fmla="*/ 2205567 w 4540967"/>
                <a:gd name="connsiteY151" fmla="*/ 245628 h 723192"/>
                <a:gd name="connsiteX152" fmla="*/ 2215691 w 4540967"/>
                <a:gd name="connsiteY152" fmla="*/ 236571 h 723192"/>
                <a:gd name="connsiteX153" fmla="*/ 2238335 w 4540967"/>
                <a:gd name="connsiteY153" fmla="*/ 144926 h 723192"/>
                <a:gd name="connsiteX154" fmla="*/ 2309200 w 4540967"/>
                <a:gd name="connsiteY154" fmla="*/ 104965 h 723192"/>
                <a:gd name="connsiteX155" fmla="*/ 2365145 w 4540967"/>
                <a:gd name="connsiteY155" fmla="*/ 129475 h 723192"/>
                <a:gd name="connsiteX156" fmla="*/ 2386991 w 4540967"/>
                <a:gd name="connsiteY156" fmla="*/ 189682 h 723192"/>
                <a:gd name="connsiteX157" fmla="*/ 2359817 w 4540967"/>
                <a:gd name="connsiteY157" fmla="*/ 272535 h 723192"/>
                <a:gd name="connsiteX158" fmla="*/ 2256451 w 4540967"/>
                <a:gd name="connsiteY158" fmla="*/ 378566 h 723192"/>
                <a:gd name="connsiteX159" fmla="*/ 2166938 w 4540967"/>
                <a:gd name="connsiteY159" fmla="*/ 476337 h 723192"/>
                <a:gd name="connsiteX160" fmla="*/ 2121915 w 4540967"/>
                <a:gd name="connsiteY160" fmla="*/ 566383 h 723192"/>
                <a:gd name="connsiteX161" fmla="*/ 2108063 w 4540967"/>
                <a:gd name="connsiteY161" fmla="*/ 675343 h 723192"/>
                <a:gd name="connsiteX162" fmla="*/ 2069167 w 4540967"/>
                <a:gd name="connsiteY162" fmla="*/ 712640 h 723192"/>
                <a:gd name="connsiteX163" fmla="*/ 2020148 w 4540967"/>
                <a:gd name="connsiteY163" fmla="*/ 712640 h 723192"/>
                <a:gd name="connsiteX164" fmla="*/ 13833 w 4540967"/>
                <a:gd name="connsiteY164" fmla="*/ 712640 h 723192"/>
                <a:gd name="connsiteX165" fmla="*/ 247 w 4540967"/>
                <a:gd name="connsiteY165" fmla="*/ 701984 h 723192"/>
                <a:gd name="connsiteX166" fmla="*/ 13301 w 4540967"/>
                <a:gd name="connsiteY166" fmla="*/ 686000 h 723192"/>
                <a:gd name="connsiteX167" fmla="*/ 2020148 w 4540967"/>
                <a:gd name="connsiteY167" fmla="*/ 686000 h 723192"/>
                <a:gd name="connsiteX168" fmla="*/ 2069167 w 4540967"/>
                <a:gd name="connsiteY168" fmla="*/ 686000 h 723192"/>
                <a:gd name="connsiteX169" fmla="*/ 2081421 w 4540967"/>
                <a:gd name="connsiteY169" fmla="*/ 674278 h 723192"/>
                <a:gd name="connsiteX170" fmla="*/ 2096340 w 4540967"/>
                <a:gd name="connsiteY170" fmla="*/ 558923 h 723192"/>
                <a:gd name="connsiteX171" fmla="*/ 2145359 w 4540967"/>
                <a:gd name="connsiteY171" fmla="*/ 460885 h 723192"/>
                <a:gd name="connsiteX172" fmla="*/ 2238602 w 4540967"/>
                <a:gd name="connsiteY172" fmla="*/ 358851 h 723192"/>
                <a:gd name="connsiteX173" fmla="*/ 2338505 w 4540967"/>
                <a:gd name="connsiteY173" fmla="*/ 256817 h 723192"/>
                <a:gd name="connsiteX174" fmla="*/ 2360350 w 4540967"/>
                <a:gd name="connsiteY174" fmla="*/ 189682 h 723192"/>
                <a:gd name="connsiteX175" fmla="*/ 2345431 w 4540967"/>
                <a:gd name="connsiteY175" fmla="*/ 147590 h 723192"/>
                <a:gd name="connsiteX176" fmla="*/ 2309200 w 4540967"/>
                <a:gd name="connsiteY176" fmla="*/ 131872 h 723192"/>
                <a:gd name="connsiteX177" fmla="*/ 2261247 w 4540967"/>
                <a:gd name="connsiteY177" fmla="*/ 158512 h 723192"/>
                <a:gd name="connsiteX178" fmla="*/ 2242331 w 4540967"/>
                <a:gd name="connsiteY178" fmla="*/ 238968 h 723192"/>
                <a:gd name="connsiteX179" fmla="*/ 2204501 w 4540967"/>
                <a:gd name="connsiteY179" fmla="*/ 272535 h 723192"/>
                <a:gd name="connsiteX180" fmla="*/ 2118719 w 4540967"/>
                <a:gd name="connsiteY180" fmla="*/ 268539 h 723192"/>
                <a:gd name="connsiteX181" fmla="*/ 2091012 w 4540967"/>
                <a:gd name="connsiteY181" fmla="*/ 238968 h 723192"/>
                <a:gd name="connsiteX182" fmla="*/ 2121649 w 4540967"/>
                <a:gd name="connsiteY182" fmla="*/ 100969 h 723192"/>
                <a:gd name="connsiteX183" fmla="*/ 2206633 w 4540967"/>
                <a:gd name="connsiteY183" fmla="*/ 23710 h 723192"/>
                <a:gd name="connsiteX184" fmla="*/ 2320655 w 4540967"/>
                <a:gd name="connsiteY184" fmla="*/ 0 h 7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</a:cxnLst>
              <a:rect l="l" t="t" r="r" b="b"/>
              <a:pathLst>
                <a:path w="4540967" h="723192">
                  <a:moveTo>
                    <a:pt x="2320655" y="0"/>
                  </a:moveTo>
                  <a:cubicBezTo>
                    <a:pt x="2388323" y="0"/>
                    <a:pt x="2442404" y="19182"/>
                    <a:pt x="2481565" y="57012"/>
                  </a:cubicBezTo>
                  <a:cubicBezTo>
                    <a:pt x="2520727" y="95107"/>
                    <a:pt x="2540708" y="143061"/>
                    <a:pt x="2540708" y="199540"/>
                  </a:cubicBezTo>
                  <a:cubicBezTo>
                    <a:pt x="2540708" y="229910"/>
                    <a:pt x="2534581" y="258149"/>
                    <a:pt x="2522858" y="283991"/>
                  </a:cubicBezTo>
                  <a:cubicBezTo>
                    <a:pt x="2511136" y="309566"/>
                    <a:pt x="2495951" y="331145"/>
                    <a:pt x="2477836" y="348728"/>
                  </a:cubicBezTo>
                  <a:cubicBezTo>
                    <a:pt x="2460253" y="365778"/>
                    <a:pt x="2430415" y="389222"/>
                    <a:pt x="2386458" y="420658"/>
                  </a:cubicBezTo>
                  <a:cubicBezTo>
                    <a:pt x="2323586" y="465681"/>
                    <a:pt x="2283891" y="501379"/>
                    <a:pt x="2268440" y="526955"/>
                  </a:cubicBezTo>
                  <a:cubicBezTo>
                    <a:pt x="2256984" y="545869"/>
                    <a:pt x="2248991" y="563186"/>
                    <a:pt x="2244463" y="578371"/>
                  </a:cubicBezTo>
                  <a:lnTo>
                    <a:pt x="2411501" y="578371"/>
                  </a:lnTo>
                  <a:lnTo>
                    <a:pt x="2411501" y="522692"/>
                  </a:lnTo>
                  <a:cubicBezTo>
                    <a:pt x="2411501" y="505109"/>
                    <a:pt x="2425886" y="490723"/>
                    <a:pt x="2443469" y="490723"/>
                  </a:cubicBezTo>
                  <a:lnTo>
                    <a:pt x="2515932" y="490723"/>
                  </a:lnTo>
                  <a:cubicBezTo>
                    <a:pt x="2522060" y="490723"/>
                    <a:pt x="2528187" y="492322"/>
                    <a:pt x="2533248" y="495785"/>
                  </a:cubicBezTo>
                  <a:cubicBezTo>
                    <a:pt x="2541507" y="501645"/>
                    <a:pt x="2546303" y="510703"/>
                    <a:pt x="2546303" y="520294"/>
                  </a:cubicBezTo>
                  <a:lnTo>
                    <a:pt x="2545503" y="670015"/>
                  </a:lnTo>
                  <a:cubicBezTo>
                    <a:pt x="2545592" y="673034"/>
                    <a:pt x="2545681" y="676053"/>
                    <a:pt x="2545770" y="679073"/>
                  </a:cubicBezTo>
                  <a:cubicBezTo>
                    <a:pt x="2545770" y="683602"/>
                    <a:pt x="2549499" y="687065"/>
                    <a:pt x="2554029" y="687332"/>
                  </a:cubicBezTo>
                  <a:lnTo>
                    <a:pt x="2685367" y="689196"/>
                  </a:lnTo>
                  <a:lnTo>
                    <a:pt x="2755432" y="690262"/>
                  </a:lnTo>
                  <a:cubicBezTo>
                    <a:pt x="2729591" y="674278"/>
                    <a:pt x="2703483" y="652432"/>
                    <a:pt x="2686433" y="626857"/>
                  </a:cubicBezTo>
                  <a:cubicBezTo>
                    <a:pt x="2645406" y="565317"/>
                    <a:pt x="2624892" y="475804"/>
                    <a:pt x="2624892" y="361249"/>
                  </a:cubicBezTo>
                  <a:cubicBezTo>
                    <a:pt x="2624892" y="248825"/>
                    <a:pt x="2645140" y="160378"/>
                    <a:pt x="2684834" y="97772"/>
                  </a:cubicBezTo>
                  <a:cubicBezTo>
                    <a:pt x="2725328" y="32768"/>
                    <a:pt x="2787401" y="0"/>
                    <a:pt x="2869188" y="0"/>
                  </a:cubicBezTo>
                  <a:cubicBezTo>
                    <a:pt x="2950709" y="0"/>
                    <a:pt x="3012782" y="32502"/>
                    <a:pt x="3054075" y="96440"/>
                  </a:cubicBezTo>
                  <a:cubicBezTo>
                    <a:pt x="3094036" y="158779"/>
                    <a:pt x="3114283" y="247493"/>
                    <a:pt x="3114283" y="360450"/>
                  </a:cubicBezTo>
                  <a:cubicBezTo>
                    <a:pt x="3114283" y="475538"/>
                    <a:pt x="3093503" y="564784"/>
                    <a:pt x="3052477" y="626325"/>
                  </a:cubicBezTo>
                  <a:cubicBezTo>
                    <a:pt x="3036226" y="650834"/>
                    <a:pt x="3008519" y="675610"/>
                    <a:pt x="2981879" y="693992"/>
                  </a:cubicBezTo>
                  <a:lnTo>
                    <a:pt x="3045017" y="693992"/>
                  </a:lnTo>
                  <a:lnTo>
                    <a:pt x="3232834" y="695590"/>
                  </a:lnTo>
                  <a:cubicBezTo>
                    <a:pt x="3235498" y="695590"/>
                    <a:pt x="3237896" y="694525"/>
                    <a:pt x="3240027" y="692660"/>
                  </a:cubicBezTo>
                  <a:cubicBezTo>
                    <a:pt x="3241893" y="690795"/>
                    <a:pt x="3242958" y="688397"/>
                    <a:pt x="3242958" y="685467"/>
                  </a:cubicBezTo>
                  <a:lnTo>
                    <a:pt x="3242958" y="615402"/>
                  </a:lnTo>
                  <a:cubicBezTo>
                    <a:pt x="3242958" y="594888"/>
                    <a:pt x="3259475" y="578104"/>
                    <a:pt x="3280255" y="578104"/>
                  </a:cubicBezTo>
                  <a:lnTo>
                    <a:pt x="3323413" y="578104"/>
                  </a:lnTo>
                  <a:cubicBezTo>
                    <a:pt x="3330339" y="578104"/>
                    <a:pt x="3336201" y="572510"/>
                    <a:pt x="3336201" y="565317"/>
                  </a:cubicBezTo>
                  <a:lnTo>
                    <a:pt x="3336201" y="151586"/>
                  </a:lnTo>
                  <a:cubicBezTo>
                    <a:pt x="3336201" y="148656"/>
                    <a:pt x="3333803" y="146524"/>
                    <a:pt x="3331139" y="146524"/>
                  </a:cubicBezTo>
                  <a:lnTo>
                    <a:pt x="3272263" y="146524"/>
                  </a:lnTo>
                  <a:cubicBezTo>
                    <a:pt x="3252815" y="146524"/>
                    <a:pt x="3237097" y="130806"/>
                    <a:pt x="3237097" y="111359"/>
                  </a:cubicBezTo>
                  <a:lnTo>
                    <a:pt x="3237097" y="51151"/>
                  </a:lnTo>
                  <a:cubicBezTo>
                    <a:pt x="3237097" y="29305"/>
                    <a:pt x="3254947" y="11456"/>
                    <a:pt x="3276792" y="11456"/>
                  </a:cubicBezTo>
                  <a:lnTo>
                    <a:pt x="3471802" y="11456"/>
                  </a:lnTo>
                  <a:cubicBezTo>
                    <a:pt x="3493647" y="11456"/>
                    <a:pt x="3511230" y="29039"/>
                    <a:pt x="3511230" y="50884"/>
                  </a:cubicBezTo>
                  <a:lnTo>
                    <a:pt x="3511230" y="572776"/>
                  </a:lnTo>
                  <a:cubicBezTo>
                    <a:pt x="3511230" y="575707"/>
                    <a:pt x="3513628" y="578104"/>
                    <a:pt x="3516558" y="578104"/>
                  </a:cubicBezTo>
                  <a:lnTo>
                    <a:pt x="3570106" y="578104"/>
                  </a:lnTo>
                  <a:cubicBezTo>
                    <a:pt x="3586357" y="578104"/>
                    <a:pt x="3599677" y="591425"/>
                    <a:pt x="3599677" y="607676"/>
                  </a:cubicBezTo>
                  <a:lnTo>
                    <a:pt x="3599677" y="689463"/>
                  </a:lnTo>
                  <a:cubicBezTo>
                    <a:pt x="3599944" y="693193"/>
                    <a:pt x="3602874" y="695856"/>
                    <a:pt x="3606604" y="695856"/>
                  </a:cubicBezTo>
                  <a:lnTo>
                    <a:pt x="3741939" y="695856"/>
                  </a:lnTo>
                  <a:cubicBezTo>
                    <a:pt x="3749132" y="695856"/>
                    <a:pt x="3754993" y="689996"/>
                    <a:pt x="3755259" y="682802"/>
                  </a:cubicBezTo>
                  <a:cubicBezTo>
                    <a:pt x="3755525" y="664598"/>
                    <a:pt x="3755792" y="646394"/>
                    <a:pt x="3756059" y="628189"/>
                  </a:cubicBezTo>
                  <a:cubicBezTo>
                    <a:pt x="3756325" y="606877"/>
                    <a:pt x="3774174" y="589294"/>
                    <a:pt x="3795487" y="589294"/>
                  </a:cubicBezTo>
                  <a:lnTo>
                    <a:pt x="3918834" y="589294"/>
                  </a:lnTo>
                  <a:lnTo>
                    <a:pt x="3939880" y="588761"/>
                  </a:lnTo>
                  <a:cubicBezTo>
                    <a:pt x="3987300" y="588761"/>
                    <a:pt x="4016605" y="537611"/>
                    <a:pt x="4026995" y="436909"/>
                  </a:cubicBezTo>
                  <a:cubicBezTo>
                    <a:pt x="3994493" y="456090"/>
                    <a:pt x="3957729" y="465681"/>
                    <a:pt x="3916969" y="465681"/>
                  </a:cubicBezTo>
                  <a:cubicBezTo>
                    <a:pt x="3863155" y="465681"/>
                    <a:pt x="3816800" y="445167"/>
                    <a:pt x="3778970" y="404940"/>
                  </a:cubicBezTo>
                  <a:cubicBezTo>
                    <a:pt x="3741406" y="364978"/>
                    <a:pt x="3722225" y="309832"/>
                    <a:pt x="3722225" y="241366"/>
                  </a:cubicBezTo>
                  <a:cubicBezTo>
                    <a:pt x="3722225" y="172366"/>
                    <a:pt x="3742738" y="114289"/>
                    <a:pt x="3782699" y="69000"/>
                  </a:cubicBezTo>
                  <a:cubicBezTo>
                    <a:pt x="3823193" y="23178"/>
                    <a:pt x="3880205" y="0"/>
                    <a:pt x="3951602" y="0"/>
                  </a:cubicBezTo>
                  <a:cubicBezTo>
                    <a:pt x="4031257" y="0"/>
                    <a:pt x="4093597" y="28772"/>
                    <a:pt x="4136755" y="85517"/>
                  </a:cubicBezTo>
                  <a:cubicBezTo>
                    <a:pt x="4179113" y="141196"/>
                    <a:pt x="4200693" y="233373"/>
                    <a:pt x="4200693" y="359650"/>
                  </a:cubicBezTo>
                  <a:cubicBezTo>
                    <a:pt x="4200693" y="535479"/>
                    <a:pt x="4153538" y="647903"/>
                    <a:pt x="4060029" y="695590"/>
                  </a:cubicBezTo>
                  <a:lnTo>
                    <a:pt x="4140751" y="695856"/>
                  </a:lnTo>
                  <a:lnTo>
                    <a:pt x="4540967" y="695856"/>
                  </a:lnTo>
                  <a:lnTo>
                    <a:pt x="4540967" y="723192"/>
                  </a:lnTo>
                  <a:lnTo>
                    <a:pt x="4140751" y="722497"/>
                  </a:lnTo>
                  <a:lnTo>
                    <a:pt x="3949737" y="721698"/>
                  </a:lnTo>
                  <a:cubicBezTo>
                    <a:pt x="3938015" y="721698"/>
                    <a:pt x="3938281" y="695324"/>
                    <a:pt x="3949737" y="695324"/>
                  </a:cubicBezTo>
                  <a:cubicBezTo>
                    <a:pt x="4041115" y="694525"/>
                    <a:pt x="4075215" y="668683"/>
                    <a:pt x="4114377" y="613803"/>
                  </a:cubicBezTo>
                  <a:cubicBezTo>
                    <a:pt x="4153805" y="558390"/>
                    <a:pt x="4174052" y="472874"/>
                    <a:pt x="4174052" y="359917"/>
                  </a:cubicBezTo>
                  <a:cubicBezTo>
                    <a:pt x="4174052" y="239767"/>
                    <a:pt x="4154338" y="152918"/>
                    <a:pt x="4115709" y="102035"/>
                  </a:cubicBezTo>
                  <a:cubicBezTo>
                    <a:pt x="4077346" y="51683"/>
                    <a:pt x="4023532" y="26907"/>
                    <a:pt x="3951602" y="26907"/>
                  </a:cubicBezTo>
                  <a:cubicBezTo>
                    <a:pt x="3887131" y="26907"/>
                    <a:pt x="3838379" y="46622"/>
                    <a:pt x="3802414" y="86849"/>
                  </a:cubicBezTo>
                  <a:cubicBezTo>
                    <a:pt x="3766715" y="127077"/>
                    <a:pt x="3748599" y="179026"/>
                    <a:pt x="3748599" y="241366"/>
                  </a:cubicBezTo>
                  <a:cubicBezTo>
                    <a:pt x="3748599" y="302906"/>
                    <a:pt x="3765383" y="351658"/>
                    <a:pt x="3798151" y="386824"/>
                  </a:cubicBezTo>
                  <a:cubicBezTo>
                    <a:pt x="3831185" y="421990"/>
                    <a:pt x="3870081" y="439040"/>
                    <a:pt x="3916702" y="439040"/>
                  </a:cubicBezTo>
                  <a:cubicBezTo>
                    <a:pt x="3961459" y="439040"/>
                    <a:pt x="4001153" y="425720"/>
                    <a:pt x="4033921" y="399611"/>
                  </a:cubicBezTo>
                  <a:lnTo>
                    <a:pt x="4043245" y="392418"/>
                  </a:lnTo>
                  <a:cubicBezTo>
                    <a:pt x="4048840" y="388156"/>
                    <a:pt x="4056833" y="392418"/>
                    <a:pt x="4056300" y="399345"/>
                  </a:cubicBezTo>
                  <a:lnTo>
                    <a:pt x="4055501" y="411067"/>
                  </a:lnTo>
                  <a:cubicBezTo>
                    <a:pt x="4046709" y="546669"/>
                    <a:pt x="4007547" y="615402"/>
                    <a:pt x="3939613" y="615668"/>
                  </a:cubicBezTo>
                  <a:lnTo>
                    <a:pt x="3918567" y="616201"/>
                  </a:lnTo>
                  <a:lnTo>
                    <a:pt x="3795220" y="616201"/>
                  </a:lnTo>
                  <a:cubicBezTo>
                    <a:pt x="3788294" y="616201"/>
                    <a:pt x="3782433" y="621795"/>
                    <a:pt x="3782433" y="628722"/>
                  </a:cubicBezTo>
                  <a:lnTo>
                    <a:pt x="3781634" y="683336"/>
                  </a:lnTo>
                  <a:cubicBezTo>
                    <a:pt x="3781367" y="704914"/>
                    <a:pt x="3763251" y="722497"/>
                    <a:pt x="3741673" y="722497"/>
                  </a:cubicBezTo>
                  <a:lnTo>
                    <a:pt x="3606337" y="722497"/>
                  </a:lnTo>
                  <a:cubicBezTo>
                    <a:pt x="3588222" y="722497"/>
                    <a:pt x="3573303" y="708378"/>
                    <a:pt x="3572771" y="689996"/>
                  </a:cubicBezTo>
                  <a:lnTo>
                    <a:pt x="3572771" y="689463"/>
                  </a:lnTo>
                  <a:lnTo>
                    <a:pt x="3572771" y="607410"/>
                  </a:lnTo>
                  <a:cubicBezTo>
                    <a:pt x="3572771" y="605811"/>
                    <a:pt x="3571438" y="604479"/>
                    <a:pt x="3569840" y="604479"/>
                  </a:cubicBezTo>
                  <a:lnTo>
                    <a:pt x="3516558" y="604479"/>
                  </a:lnTo>
                  <a:cubicBezTo>
                    <a:pt x="3498976" y="604479"/>
                    <a:pt x="3484589" y="590093"/>
                    <a:pt x="3484589" y="572510"/>
                  </a:cubicBezTo>
                  <a:lnTo>
                    <a:pt x="3484589" y="51151"/>
                  </a:lnTo>
                  <a:cubicBezTo>
                    <a:pt x="3484589" y="43958"/>
                    <a:pt x="3478729" y="38363"/>
                    <a:pt x="3471802" y="38363"/>
                  </a:cubicBezTo>
                  <a:lnTo>
                    <a:pt x="3276792" y="38363"/>
                  </a:lnTo>
                  <a:cubicBezTo>
                    <a:pt x="3269599" y="38363"/>
                    <a:pt x="3263737" y="44224"/>
                    <a:pt x="3263737" y="51416"/>
                  </a:cubicBezTo>
                  <a:lnTo>
                    <a:pt x="3263737" y="111625"/>
                  </a:lnTo>
                  <a:cubicBezTo>
                    <a:pt x="3263737" y="116154"/>
                    <a:pt x="3267467" y="120150"/>
                    <a:pt x="3272263" y="120150"/>
                  </a:cubicBezTo>
                  <a:lnTo>
                    <a:pt x="3331139" y="120150"/>
                  </a:lnTo>
                  <a:cubicBezTo>
                    <a:pt x="3348722" y="120150"/>
                    <a:pt x="3362841" y="134270"/>
                    <a:pt x="3362841" y="151852"/>
                  </a:cubicBezTo>
                  <a:lnTo>
                    <a:pt x="3362841" y="565850"/>
                  </a:lnTo>
                  <a:cubicBezTo>
                    <a:pt x="3362841" y="587696"/>
                    <a:pt x="3345258" y="605278"/>
                    <a:pt x="3323413" y="605278"/>
                  </a:cubicBezTo>
                  <a:lnTo>
                    <a:pt x="3280255" y="605278"/>
                  </a:lnTo>
                  <a:cubicBezTo>
                    <a:pt x="3274393" y="605278"/>
                    <a:pt x="3269599" y="610074"/>
                    <a:pt x="3269599" y="615934"/>
                  </a:cubicBezTo>
                  <a:lnTo>
                    <a:pt x="3269599" y="686266"/>
                  </a:lnTo>
                  <a:cubicBezTo>
                    <a:pt x="3269599" y="696123"/>
                    <a:pt x="3265869" y="705181"/>
                    <a:pt x="3258943" y="712374"/>
                  </a:cubicBezTo>
                  <a:cubicBezTo>
                    <a:pt x="3252016" y="719301"/>
                    <a:pt x="3242958" y="723030"/>
                    <a:pt x="3233101" y="723030"/>
                  </a:cubicBezTo>
                  <a:lnTo>
                    <a:pt x="3232834" y="723030"/>
                  </a:lnTo>
                  <a:lnTo>
                    <a:pt x="3045017" y="721432"/>
                  </a:lnTo>
                  <a:lnTo>
                    <a:pt x="2941917" y="721432"/>
                  </a:lnTo>
                  <a:cubicBezTo>
                    <a:pt x="2935258" y="721432"/>
                    <a:pt x="2928863" y="717436"/>
                    <a:pt x="2926732" y="711042"/>
                  </a:cubicBezTo>
                  <a:cubicBezTo>
                    <a:pt x="2924068" y="703582"/>
                    <a:pt x="2927532" y="695324"/>
                    <a:pt x="2934725" y="692127"/>
                  </a:cubicBezTo>
                  <a:cubicBezTo>
                    <a:pt x="2965628" y="677208"/>
                    <a:pt x="3009851" y="643374"/>
                    <a:pt x="3030631" y="612471"/>
                  </a:cubicBezTo>
                  <a:cubicBezTo>
                    <a:pt x="3068727" y="555460"/>
                    <a:pt x="3087909" y="471009"/>
                    <a:pt x="3087909" y="361249"/>
                  </a:cubicBezTo>
                  <a:cubicBezTo>
                    <a:pt x="3087909" y="253354"/>
                    <a:pt x="3068994" y="169436"/>
                    <a:pt x="3031697" y="111625"/>
                  </a:cubicBezTo>
                  <a:cubicBezTo>
                    <a:pt x="2995199" y="54880"/>
                    <a:pt x="2942184" y="27174"/>
                    <a:pt x="2869188" y="27174"/>
                  </a:cubicBezTo>
                  <a:cubicBezTo>
                    <a:pt x="2796193" y="27174"/>
                    <a:pt x="2742911" y="54880"/>
                    <a:pt x="2706680" y="111891"/>
                  </a:cubicBezTo>
                  <a:cubicBezTo>
                    <a:pt x="2669649" y="169968"/>
                    <a:pt x="2650734" y="253886"/>
                    <a:pt x="2650734" y="360982"/>
                  </a:cubicBezTo>
                  <a:cubicBezTo>
                    <a:pt x="2650734" y="470210"/>
                    <a:pt x="2669915" y="554661"/>
                    <a:pt x="2708012" y="611938"/>
                  </a:cubicBezTo>
                  <a:cubicBezTo>
                    <a:pt x="2730390" y="645506"/>
                    <a:pt x="2774347" y="674278"/>
                    <a:pt x="2808447" y="688131"/>
                  </a:cubicBezTo>
                  <a:cubicBezTo>
                    <a:pt x="2814042" y="690529"/>
                    <a:pt x="2818305" y="695856"/>
                    <a:pt x="2818571" y="701984"/>
                  </a:cubicBezTo>
                  <a:cubicBezTo>
                    <a:pt x="2818837" y="710775"/>
                    <a:pt x="2811644" y="717702"/>
                    <a:pt x="2803386" y="717702"/>
                  </a:cubicBezTo>
                  <a:lnTo>
                    <a:pt x="2803119" y="717702"/>
                  </a:lnTo>
                  <a:lnTo>
                    <a:pt x="2684568" y="716104"/>
                  </a:lnTo>
                  <a:lnTo>
                    <a:pt x="2553229" y="714239"/>
                  </a:lnTo>
                  <a:cubicBezTo>
                    <a:pt x="2534314" y="713972"/>
                    <a:pt x="2519129" y="698787"/>
                    <a:pt x="2518862" y="679872"/>
                  </a:cubicBezTo>
                  <a:lnTo>
                    <a:pt x="2518596" y="670282"/>
                  </a:lnTo>
                  <a:lnTo>
                    <a:pt x="2519395" y="520561"/>
                  </a:lnTo>
                  <a:cubicBezTo>
                    <a:pt x="2519395" y="519495"/>
                    <a:pt x="2518862" y="518962"/>
                    <a:pt x="2518596" y="518429"/>
                  </a:cubicBezTo>
                  <a:cubicBezTo>
                    <a:pt x="2518330" y="517897"/>
                    <a:pt x="2517530" y="517630"/>
                    <a:pt x="2516465" y="517630"/>
                  </a:cubicBezTo>
                  <a:lnTo>
                    <a:pt x="2443203" y="517630"/>
                  </a:lnTo>
                  <a:cubicBezTo>
                    <a:pt x="2440272" y="517630"/>
                    <a:pt x="2437875" y="520028"/>
                    <a:pt x="2437875" y="522958"/>
                  </a:cubicBezTo>
                  <a:lnTo>
                    <a:pt x="2437875" y="581568"/>
                  </a:lnTo>
                  <a:cubicBezTo>
                    <a:pt x="2437875" y="594622"/>
                    <a:pt x="2427218" y="605278"/>
                    <a:pt x="2414164" y="605278"/>
                  </a:cubicBezTo>
                  <a:lnTo>
                    <a:pt x="2236737" y="605278"/>
                  </a:lnTo>
                  <a:cubicBezTo>
                    <a:pt x="2231941" y="605278"/>
                    <a:pt x="2227147" y="603946"/>
                    <a:pt x="2223683" y="601016"/>
                  </a:cubicBezTo>
                  <a:cubicBezTo>
                    <a:pt x="2217555" y="595954"/>
                    <a:pt x="2214892" y="588228"/>
                    <a:pt x="2216490" y="580502"/>
                  </a:cubicBezTo>
                  <a:cubicBezTo>
                    <a:pt x="2221019" y="560522"/>
                    <a:pt x="2230610" y="537877"/>
                    <a:pt x="2245529" y="513367"/>
                  </a:cubicBezTo>
                  <a:cubicBezTo>
                    <a:pt x="2263111" y="484329"/>
                    <a:pt x="2304138" y="447032"/>
                    <a:pt x="2371006" y="399345"/>
                  </a:cubicBezTo>
                  <a:cubicBezTo>
                    <a:pt x="2413365" y="369241"/>
                    <a:pt x="2442937" y="345797"/>
                    <a:pt x="2459454" y="330079"/>
                  </a:cubicBezTo>
                  <a:cubicBezTo>
                    <a:pt x="2475171" y="314894"/>
                    <a:pt x="2488492" y="295979"/>
                    <a:pt x="2498882" y="273334"/>
                  </a:cubicBezTo>
                  <a:cubicBezTo>
                    <a:pt x="2509272" y="251223"/>
                    <a:pt x="2514334" y="226447"/>
                    <a:pt x="2514334" y="200073"/>
                  </a:cubicBezTo>
                  <a:cubicBezTo>
                    <a:pt x="2514334" y="150254"/>
                    <a:pt x="2497550" y="110027"/>
                    <a:pt x="2463450" y="76726"/>
                  </a:cubicBezTo>
                  <a:cubicBezTo>
                    <a:pt x="2429083" y="43424"/>
                    <a:pt x="2381130" y="26641"/>
                    <a:pt x="2320655" y="26641"/>
                  </a:cubicBezTo>
                  <a:cubicBezTo>
                    <a:pt x="2283625" y="26641"/>
                    <a:pt x="2248991" y="33834"/>
                    <a:pt x="2217555" y="47687"/>
                  </a:cubicBezTo>
                  <a:cubicBezTo>
                    <a:pt x="2186919" y="61274"/>
                    <a:pt x="2162409" y="83652"/>
                    <a:pt x="2144561" y="114023"/>
                  </a:cubicBezTo>
                  <a:cubicBezTo>
                    <a:pt x="2128043" y="142262"/>
                    <a:pt x="2118985" y="184354"/>
                    <a:pt x="2117387" y="239234"/>
                  </a:cubicBezTo>
                  <a:cubicBezTo>
                    <a:pt x="2117387" y="240567"/>
                    <a:pt x="2118452" y="241632"/>
                    <a:pt x="2119784" y="241632"/>
                  </a:cubicBezTo>
                  <a:lnTo>
                    <a:pt x="2205567" y="245628"/>
                  </a:lnTo>
                  <a:cubicBezTo>
                    <a:pt x="2210896" y="245894"/>
                    <a:pt x="2215158" y="241898"/>
                    <a:pt x="2215691" y="236571"/>
                  </a:cubicBezTo>
                  <a:cubicBezTo>
                    <a:pt x="2218888" y="195543"/>
                    <a:pt x="2226347" y="165440"/>
                    <a:pt x="2238335" y="144926"/>
                  </a:cubicBezTo>
                  <a:cubicBezTo>
                    <a:pt x="2253255" y="118818"/>
                    <a:pt x="2278030" y="104965"/>
                    <a:pt x="2309200" y="104965"/>
                  </a:cubicBezTo>
                  <a:cubicBezTo>
                    <a:pt x="2331311" y="104965"/>
                    <a:pt x="2350227" y="113223"/>
                    <a:pt x="2365145" y="129475"/>
                  </a:cubicBezTo>
                  <a:cubicBezTo>
                    <a:pt x="2379798" y="145459"/>
                    <a:pt x="2386991" y="165706"/>
                    <a:pt x="2386991" y="189682"/>
                  </a:cubicBezTo>
                  <a:cubicBezTo>
                    <a:pt x="2386991" y="220319"/>
                    <a:pt x="2377933" y="248026"/>
                    <a:pt x="2359817" y="272535"/>
                  </a:cubicBezTo>
                  <a:cubicBezTo>
                    <a:pt x="2342767" y="295713"/>
                    <a:pt x="2308933" y="330346"/>
                    <a:pt x="2256451" y="378566"/>
                  </a:cubicBezTo>
                  <a:cubicBezTo>
                    <a:pt x="2218089" y="413998"/>
                    <a:pt x="2187984" y="446766"/>
                    <a:pt x="2166938" y="476337"/>
                  </a:cubicBezTo>
                  <a:cubicBezTo>
                    <a:pt x="2146159" y="505375"/>
                    <a:pt x="2130973" y="535746"/>
                    <a:pt x="2121915" y="566383"/>
                  </a:cubicBezTo>
                  <a:cubicBezTo>
                    <a:pt x="2114989" y="589560"/>
                    <a:pt x="2109661" y="639911"/>
                    <a:pt x="2108063" y="675343"/>
                  </a:cubicBezTo>
                  <a:cubicBezTo>
                    <a:pt x="2107263" y="696390"/>
                    <a:pt x="2090213" y="712640"/>
                    <a:pt x="2069167" y="712640"/>
                  </a:cubicBezTo>
                  <a:lnTo>
                    <a:pt x="2020148" y="712640"/>
                  </a:lnTo>
                  <a:lnTo>
                    <a:pt x="13833" y="712640"/>
                  </a:lnTo>
                  <a:cubicBezTo>
                    <a:pt x="7440" y="712640"/>
                    <a:pt x="1579" y="708378"/>
                    <a:pt x="247" y="701984"/>
                  </a:cubicBezTo>
                  <a:cubicBezTo>
                    <a:pt x="-1352" y="693459"/>
                    <a:pt x="5042" y="686000"/>
                    <a:pt x="13301" y="686000"/>
                  </a:cubicBezTo>
                  <a:lnTo>
                    <a:pt x="2020148" y="686000"/>
                  </a:lnTo>
                  <a:lnTo>
                    <a:pt x="2069167" y="686000"/>
                  </a:lnTo>
                  <a:cubicBezTo>
                    <a:pt x="2075827" y="686000"/>
                    <a:pt x="2081155" y="680938"/>
                    <a:pt x="2081421" y="674278"/>
                  </a:cubicBezTo>
                  <a:cubicBezTo>
                    <a:pt x="2082753" y="637780"/>
                    <a:pt x="2088614" y="584764"/>
                    <a:pt x="2096340" y="558923"/>
                  </a:cubicBezTo>
                  <a:cubicBezTo>
                    <a:pt x="2106197" y="525355"/>
                    <a:pt x="2122715" y="492322"/>
                    <a:pt x="2145359" y="460885"/>
                  </a:cubicBezTo>
                  <a:cubicBezTo>
                    <a:pt x="2167738" y="429983"/>
                    <a:pt x="2198907" y="395615"/>
                    <a:pt x="2238602" y="358851"/>
                  </a:cubicBezTo>
                  <a:cubicBezTo>
                    <a:pt x="2289219" y="312496"/>
                    <a:pt x="2322787" y="278130"/>
                    <a:pt x="2338505" y="256817"/>
                  </a:cubicBezTo>
                  <a:cubicBezTo>
                    <a:pt x="2353157" y="236836"/>
                    <a:pt x="2360350" y="214991"/>
                    <a:pt x="2360350" y="189682"/>
                  </a:cubicBezTo>
                  <a:cubicBezTo>
                    <a:pt x="2360350" y="172366"/>
                    <a:pt x="2355555" y="158512"/>
                    <a:pt x="2345431" y="147590"/>
                  </a:cubicBezTo>
                  <a:cubicBezTo>
                    <a:pt x="2335574" y="136934"/>
                    <a:pt x="2323852" y="131872"/>
                    <a:pt x="2309200" y="131872"/>
                  </a:cubicBezTo>
                  <a:cubicBezTo>
                    <a:pt x="2287088" y="131872"/>
                    <a:pt x="2271903" y="140397"/>
                    <a:pt x="2261247" y="158512"/>
                  </a:cubicBezTo>
                  <a:cubicBezTo>
                    <a:pt x="2251389" y="175296"/>
                    <a:pt x="2244995" y="202470"/>
                    <a:pt x="2242331" y="238968"/>
                  </a:cubicBezTo>
                  <a:cubicBezTo>
                    <a:pt x="2240733" y="258682"/>
                    <a:pt x="2224215" y="273334"/>
                    <a:pt x="2204501" y="272535"/>
                  </a:cubicBezTo>
                  <a:lnTo>
                    <a:pt x="2118719" y="268539"/>
                  </a:lnTo>
                  <a:cubicBezTo>
                    <a:pt x="2103001" y="267740"/>
                    <a:pt x="2090746" y="254420"/>
                    <a:pt x="2091012" y="238968"/>
                  </a:cubicBezTo>
                  <a:cubicBezTo>
                    <a:pt x="2092611" y="179559"/>
                    <a:pt x="2102734" y="133204"/>
                    <a:pt x="2121649" y="100969"/>
                  </a:cubicBezTo>
                  <a:cubicBezTo>
                    <a:pt x="2142429" y="65803"/>
                    <a:pt x="2170935" y="39695"/>
                    <a:pt x="2206633" y="23710"/>
                  </a:cubicBezTo>
                  <a:cubicBezTo>
                    <a:pt x="2241533" y="7992"/>
                    <a:pt x="2279895" y="0"/>
                    <a:pt x="2320655" y="0"/>
                  </a:cubicBez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B4ADEB2-9858-4A7B-AE74-51CFC39D0568}"/>
                </a:ext>
              </a:extLst>
            </p:cNvPr>
            <p:cNvSpPr/>
            <p:nvPr/>
          </p:nvSpPr>
          <p:spPr>
            <a:xfrm>
              <a:off x="11477118" y="5890245"/>
              <a:ext cx="258415" cy="293048"/>
            </a:xfrm>
            <a:custGeom>
              <a:avLst/>
              <a:gdLst>
                <a:gd name="connsiteX0" fmla="*/ 440715 w 533434"/>
                <a:gd name="connsiteY0" fmla="*/ 250808 h 604925"/>
                <a:gd name="connsiteX1" fmla="*/ 335252 w 533434"/>
                <a:gd name="connsiteY1" fmla="*/ 523875 h 604925"/>
                <a:gd name="connsiteX2" fmla="*/ 96381 w 533434"/>
                <a:gd name="connsiteY2" fmla="*/ 354677 h 604925"/>
                <a:gd name="connsiteX3" fmla="*/ 201843 w 533434"/>
                <a:gd name="connsiteY3" fmla="*/ 81610 h 604925"/>
                <a:gd name="connsiteX4" fmla="*/ 440715 w 533434"/>
                <a:gd name="connsiteY4" fmla="*/ 250808 h 60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34" h="604925">
                  <a:moveTo>
                    <a:pt x="440715" y="250808"/>
                  </a:moveTo>
                  <a:cubicBezTo>
                    <a:pt x="477555" y="372936"/>
                    <a:pt x="430337" y="495192"/>
                    <a:pt x="335252" y="523875"/>
                  </a:cubicBezTo>
                  <a:cubicBezTo>
                    <a:pt x="240167" y="552557"/>
                    <a:pt x="133221" y="476805"/>
                    <a:pt x="96381" y="354677"/>
                  </a:cubicBezTo>
                  <a:cubicBezTo>
                    <a:pt x="59541" y="232549"/>
                    <a:pt x="106758" y="110293"/>
                    <a:pt x="201843" y="81610"/>
                  </a:cubicBezTo>
                  <a:cubicBezTo>
                    <a:pt x="296928" y="52928"/>
                    <a:pt x="403875" y="128680"/>
                    <a:pt x="440715" y="250808"/>
                  </a:cubicBezTo>
                  <a:close/>
                </a:path>
              </a:pathLst>
            </a:custGeom>
            <a:noFill/>
            <a:ln w="41275" cap="flat">
              <a:solidFill>
                <a:schemeClr val="accent1">
                  <a:lumMod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0C44094-553E-44B1-8AA3-A91943ABDA2A}"/>
                </a:ext>
              </a:extLst>
            </p:cNvPr>
            <p:cNvSpPr/>
            <p:nvPr/>
          </p:nvSpPr>
          <p:spPr>
            <a:xfrm>
              <a:off x="10433420" y="5924696"/>
              <a:ext cx="186485" cy="506174"/>
            </a:xfrm>
            <a:custGeom>
              <a:avLst/>
              <a:gdLst>
                <a:gd name="connsiteX0" fmla="*/ 190551 w 384952"/>
                <a:gd name="connsiteY0" fmla="*/ 1041847 h 1044871"/>
                <a:gd name="connsiteX1" fmla="*/ 42620 w 384952"/>
                <a:gd name="connsiteY1" fmla="*/ 898315 h 1044871"/>
                <a:gd name="connsiteX2" fmla="*/ 4124 w 384952"/>
                <a:gd name="connsiteY2" fmla="*/ 523811 h 1044871"/>
                <a:gd name="connsiteX3" fmla="*/ 42069 w 384952"/>
                <a:gd name="connsiteY3" fmla="*/ 151506 h 1044871"/>
                <a:gd name="connsiteX4" fmla="*/ 192201 w 384952"/>
                <a:gd name="connsiteY4" fmla="*/ 4124 h 1044871"/>
                <a:gd name="connsiteX5" fmla="*/ 342333 w 384952"/>
                <a:gd name="connsiteY5" fmla="*/ 148207 h 1044871"/>
                <a:gd name="connsiteX6" fmla="*/ 380828 w 384952"/>
                <a:gd name="connsiteY6" fmla="*/ 523261 h 1044871"/>
                <a:gd name="connsiteX7" fmla="*/ 352231 w 384952"/>
                <a:gd name="connsiteY7" fmla="*/ 848821 h 1044871"/>
                <a:gd name="connsiteX8" fmla="*/ 190551 w 384952"/>
                <a:gd name="connsiteY8" fmla="*/ 1041847 h 1044871"/>
                <a:gd name="connsiteX9" fmla="*/ 192201 w 384952"/>
                <a:gd name="connsiteY9" fmla="*/ 59118 h 1044871"/>
                <a:gd name="connsiteX10" fmla="*/ 94313 w 384952"/>
                <a:gd name="connsiteY10" fmla="*/ 166905 h 1044871"/>
                <a:gd name="connsiteX11" fmla="*/ 58567 w 384952"/>
                <a:gd name="connsiteY11" fmla="*/ 524361 h 1044871"/>
                <a:gd name="connsiteX12" fmla="*/ 94863 w 384952"/>
                <a:gd name="connsiteY12" fmla="*/ 882917 h 1044871"/>
                <a:gd name="connsiteX13" fmla="*/ 190001 w 384952"/>
                <a:gd name="connsiteY13" fmla="*/ 987404 h 1044871"/>
                <a:gd name="connsiteX14" fmla="*/ 297788 w 384952"/>
                <a:gd name="connsiteY14" fmla="*/ 840022 h 1044871"/>
                <a:gd name="connsiteX15" fmla="*/ 325284 w 384952"/>
                <a:gd name="connsiteY15" fmla="*/ 523261 h 1044871"/>
                <a:gd name="connsiteX16" fmla="*/ 288989 w 384952"/>
                <a:gd name="connsiteY16" fmla="*/ 164155 h 1044871"/>
                <a:gd name="connsiteX17" fmla="*/ 192201 w 384952"/>
                <a:gd name="connsiteY17" fmla="*/ 59118 h 10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4952" h="1044871">
                  <a:moveTo>
                    <a:pt x="190551" y="1041847"/>
                  </a:moveTo>
                  <a:cubicBezTo>
                    <a:pt x="121260" y="1041847"/>
                    <a:pt x="71216" y="993453"/>
                    <a:pt x="42620" y="898315"/>
                  </a:cubicBezTo>
                  <a:cubicBezTo>
                    <a:pt x="16773" y="813625"/>
                    <a:pt x="4124" y="687141"/>
                    <a:pt x="4124" y="523811"/>
                  </a:cubicBezTo>
                  <a:cubicBezTo>
                    <a:pt x="4124" y="363780"/>
                    <a:pt x="16773" y="238396"/>
                    <a:pt x="42069" y="151506"/>
                  </a:cubicBezTo>
                  <a:cubicBezTo>
                    <a:pt x="70116" y="53618"/>
                    <a:pt x="120710" y="4124"/>
                    <a:pt x="192201" y="4124"/>
                  </a:cubicBezTo>
                  <a:cubicBezTo>
                    <a:pt x="263143" y="4124"/>
                    <a:pt x="313186" y="52519"/>
                    <a:pt x="342333" y="148207"/>
                  </a:cubicBezTo>
                  <a:cubicBezTo>
                    <a:pt x="368179" y="233446"/>
                    <a:pt x="380828" y="359381"/>
                    <a:pt x="380828" y="523261"/>
                  </a:cubicBezTo>
                  <a:cubicBezTo>
                    <a:pt x="380828" y="624998"/>
                    <a:pt x="371479" y="734435"/>
                    <a:pt x="352231" y="848821"/>
                  </a:cubicBezTo>
                  <a:cubicBezTo>
                    <a:pt x="331334" y="976955"/>
                    <a:pt x="276891" y="1041847"/>
                    <a:pt x="190551" y="1041847"/>
                  </a:cubicBezTo>
                  <a:close/>
                  <a:moveTo>
                    <a:pt x="192201" y="59118"/>
                  </a:moveTo>
                  <a:cubicBezTo>
                    <a:pt x="175703" y="59118"/>
                    <a:pt x="125659" y="59118"/>
                    <a:pt x="94313" y="166905"/>
                  </a:cubicBezTo>
                  <a:cubicBezTo>
                    <a:pt x="70666" y="248844"/>
                    <a:pt x="58567" y="369280"/>
                    <a:pt x="58567" y="524361"/>
                  </a:cubicBezTo>
                  <a:cubicBezTo>
                    <a:pt x="58567" y="682191"/>
                    <a:pt x="70666" y="803176"/>
                    <a:pt x="94863" y="882917"/>
                  </a:cubicBezTo>
                  <a:cubicBezTo>
                    <a:pt x="126759" y="987404"/>
                    <a:pt x="174604" y="987404"/>
                    <a:pt x="190001" y="987404"/>
                  </a:cubicBezTo>
                  <a:cubicBezTo>
                    <a:pt x="210899" y="987404"/>
                    <a:pt x="273591" y="987404"/>
                    <a:pt x="297788" y="840022"/>
                  </a:cubicBezTo>
                  <a:cubicBezTo>
                    <a:pt x="315936" y="728386"/>
                    <a:pt x="325284" y="621699"/>
                    <a:pt x="325284" y="523261"/>
                  </a:cubicBezTo>
                  <a:cubicBezTo>
                    <a:pt x="325284" y="365430"/>
                    <a:pt x="313186" y="244445"/>
                    <a:pt x="288989" y="164155"/>
                  </a:cubicBezTo>
                  <a:cubicBezTo>
                    <a:pt x="258193" y="59118"/>
                    <a:pt x="208699" y="59118"/>
                    <a:pt x="192201" y="59118"/>
                  </a:cubicBez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E6F65D3-6563-4713-9BE8-7CF9A939064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03154"/>
              <a:ext cx="8181474" cy="0"/>
            </a:xfrm>
            <a:prstGeom prst="line">
              <a:avLst/>
            </a:prstGeom>
            <a:ln w="25400">
              <a:solidFill>
                <a:schemeClr val="accent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CCF9E78-6BBC-4373-8848-FD3950FEF73B}"/>
              </a:ext>
            </a:extLst>
          </p:cNvPr>
          <p:cNvSpPr/>
          <p:nvPr userDrawn="1"/>
        </p:nvSpPr>
        <p:spPr>
          <a:xfrm>
            <a:off x="0" y="6485021"/>
            <a:ext cx="12192000" cy="372979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0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A9B5B6-B212-4DCD-B379-94FE7ABA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89BE8-22C2-418B-A6D0-2FEE11E19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DE0C3-A130-46A4-B748-C86500A98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F0F07-8456-4FA2-BF88-43370B5F4B21}" type="datetime1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DC8C7-7849-4180-9B32-E5EB95121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Dept. of Computer Science and Engineering (Cyber Security)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5F6A4-D3EB-45E0-AE2E-27A2C050C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32D10-38E4-4D39-BA26-12DFBFA34634}" type="slidenum">
              <a:rPr lang="en-IN" smtClean="0"/>
              <a:t>‹#›</a:t>
            </a:fld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C00084-DF26-4E2D-95DA-8ECA7F0AE3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778" y="333778"/>
            <a:ext cx="5769736" cy="576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85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rnsit.ac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hyperlink" Target="https://opencv.org/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7664-5C27-4AAB-B6C3-65741E05E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351" y="1591628"/>
            <a:ext cx="10936055" cy="244327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0000FF"/>
                </a:solidFill>
                <a:latin typeface="Bookman Old Style"/>
              </a:rPr>
              <a:t>INTERDISCIPLINARY PROJECT WORK</a:t>
            </a:r>
            <a:br>
              <a:rPr lang="en-US" sz="3600" dirty="0"/>
            </a:br>
            <a:r>
              <a:rPr lang="en-US" sz="2500" dirty="0">
                <a:ln w="12700">
                  <a:solidFill>
                    <a:srgbClr val="297FD5">
                      <a:lumMod val="50000"/>
                    </a:srgbClr>
                  </a:solidFill>
                  <a:prstDash val="solid"/>
                </a:ln>
                <a:solidFill>
                  <a:srgbClr val="C00000"/>
                </a:solidFill>
                <a:effectLst>
                  <a:innerShdw blurRad="177800">
                    <a:srgbClr val="297FD5">
                      <a:lumMod val="50000"/>
                    </a:srgbClr>
                  </a:innerShdw>
                </a:effectLst>
                <a:latin typeface="Bookman Old Style"/>
              </a:rPr>
              <a:t>VisionGuard: AI-Powered Traffic Violation Detection System</a:t>
            </a:r>
            <a:br>
              <a:rPr lang="en-US" sz="2400" dirty="0">
                <a:ln w="12700">
                  <a:solidFill>
                    <a:srgbClr val="297FD5">
                      <a:lumMod val="50000"/>
                    </a:srgbClr>
                  </a:solidFill>
                  <a:prstDash val="solid"/>
                </a:ln>
                <a:effectLst>
                  <a:innerShdw blurRad="177800">
                    <a:srgbClr val="297FD5">
                      <a:lumMod val="50000"/>
                    </a:srgbClr>
                  </a:innerShdw>
                </a:effectLst>
                <a:latin typeface="Bookman Old Style"/>
              </a:rPr>
            </a:br>
            <a:r>
              <a:rPr lang="en-US" sz="2400" b="0" dirty="0">
                <a:ln w="12700">
                  <a:solidFill>
                    <a:srgbClr val="297FD5">
                      <a:lumMod val="50000"/>
                    </a:srgbClr>
                  </a:solidFill>
                  <a:prstDash val="solid"/>
                </a:ln>
                <a:solidFill>
                  <a:srgbClr val="C00000"/>
                </a:solidFill>
                <a:effectLst>
                  <a:innerShdw blurRad="177800">
                    <a:srgbClr val="297FD5">
                      <a:lumMod val="50000"/>
                    </a:srgbClr>
                  </a:innerShdw>
                </a:effectLst>
                <a:latin typeface="Bookman Old Style"/>
              </a:rPr>
              <a:t>"Smarter Roads, Safer Lives"</a:t>
            </a:r>
            <a:br>
              <a:rPr lang="en-US" sz="2400" dirty="0">
                <a:ln w="12700">
                  <a:solidFill>
                    <a:srgbClr val="297FD5">
                      <a:lumMod val="50000"/>
                    </a:srgbClr>
                  </a:solidFill>
                  <a:prstDash val="solid"/>
                </a:ln>
                <a:solidFill>
                  <a:srgbClr val="C00000"/>
                </a:solidFill>
                <a:effectLst>
                  <a:innerShdw blurRad="177800">
                    <a:srgbClr val="297FD5">
                      <a:lumMod val="50000"/>
                    </a:srgbClr>
                  </a:innerShdw>
                </a:effectLst>
                <a:latin typeface="Bookman Old Style"/>
              </a:rPr>
            </a:br>
            <a:r>
              <a:rPr lang="en-US" sz="3100">
                <a:solidFill>
                  <a:srgbClr val="0000FF"/>
                </a:solidFill>
                <a:latin typeface="Bookman Old Style"/>
              </a:rPr>
              <a:t>Project Phase</a:t>
            </a:r>
            <a:r>
              <a:rPr lang="en-US" sz="3100" dirty="0">
                <a:solidFill>
                  <a:srgbClr val="0000FF"/>
                </a:solidFill>
                <a:latin typeface="Bookman Old Style"/>
              </a:rPr>
              <a:t> I Presentation</a:t>
            </a:r>
            <a:br>
              <a:rPr lang="en-US" sz="3100" dirty="0"/>
            </a:br>
            <a:r>
              <a:rPr lang="en-US" sz="3100" dirty="0">
                <a:solidFill>
                  <a:srgbClr val="0000FF"/>
                </a:solidFill>
                <a:latin typeface="Bookman Old Style"/>
              </a:rPr>
              <a:t>28</a:t>
            </a:r>
            <a:r>
              <a:rPr lang="en-US" sz="3100" baseline="30000" dirty="0">
                <a:solidFill>
                  <a:srgbClr val="0000FF"/>
                </a:solidFill>
                <a:latin typeface="Bookman Old Style"/>
              </a:rPr>
              <a:t>th</a:t>
            </a:r>
            <a:r>
              <a:rPr lang="en-US" sz="3100" dirty="0">
                <a:solidFill>
                  <a:srgbClr val="0000FF"/>
                </a:solidFill>
                <a:latin typeface="Bookman Old Style"/>
              </a:rPr>
              <a:t> March 2026</a:t>
            </a:r>
            <a:endParaRPr lang="en-US" dirty="0">
              <a:ln w="12700">
                <a:solidFill>
                  <a:srgbClr val="297FD5">
                    <a:lumMod val="50000"/>
                  </a:srgbClr>
                </a:solidFill>
                <a:prstDash val="solid"/>
              </a:ln>
              <a:solidFill>
                <a:srgbClr val="0000FF"/>
              </a:solidFill>
              <a:effectLst>
                <a:innerShdw blurRad="177800">
                  <a:srgbClr val="297FD5">
                    <a:lumMod val="50000"/>
                  </a:srgbClr>
                </a:innerShdw>
              </a:effectLst>
              <a:latin typeface="Bookman Old Styl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D885F-4F44-4641-BF9B-3F706F8A9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798" y="16882"/>
            <a:ext cx="992961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RN SHETTY TRUST®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RNS INSTITUTE OF TECHNOLOGY</a:t>
            </a: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Autonomous Institute Affiliated to VTU, Recognized by GOK, Approved by AICTE, New Delhi</a:t>
            </a: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(NAAC ‘A+ Grade’ Accredited, NBA Accredited (UG - CSE, ECE, ISE, EIE and EEE)</a:t>
            </a: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Bookman Old Style"/>
                <a:ea typeface="Times New Roman" panose="02020603050405020304" pitchFamily="18" charset="0"/>
                <a:cs typeface="Times New Roman"/>
              </a:rPr>
              <a:t>Channasandra, Dr. Vishnuvardhan Road, Bengaluru - 560 098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Bookman Old Style"/>
              <a:cs typeface="Times New Roman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Bookman Old Style"/>
                <a:ea typeface="Times New Roman" panose="02020603050405020304" pitchFamily="18" charset="0"/>
                <a:cs typeface="Times New Roman"/>
              </a:rPr>
              <a:t>Ph:(080)28611880,28611881 URL: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Bookman Old Style"/>
                <a:ea typeface="Times New Roman" panose="02020603050405020304" pitchFamily="18" charset="0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www.rnsit.ac.in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Bookman Old Style"/>
              <a:cs typeface="Times New Roman"/>
            </a:endParaRPr>
          </a:p>
        </p:txBody>
      </p:sp>
      <p:sp>
        <p:nvSpPr>
          <p:cNvPr id="5" name="Footer Placeholder 3"/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606" y="16882"/>
            <a:ext cx="971550" cy="10363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ubtitle 7"/>
          <p:cNvSpPr txBox="1">
            <a:spLocks noGrp="1"/>
          </p:cNvSpPr>
          <p:nvPr>
            <p:ph type="subTitle" idx="1"/>
          </p:nvPr>
        </p:nvSpPr>
        <p:spPr>
          <a:xfrm>
            <a:off x="1926490" y="4052218"/>
            <a:ext cx="1757724" cy="2862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sz="1400">
                <a:solidFill>
                  <a:srgbClr val="C00000"/>
                </a:solidFill>
                <a:latin typeface="Bookman Old Style"/>
              </a:rPr>
              <a:t>Team Members:</a:t>
            </a:r>
            <a:endParaRPr lang="en-US" sz="120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06178" y="4031537"/>
            <a:ext cx="4615015" cy="147732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Name of the Supervisor: Ms. Suhasini Bagalkot</a:t>
            </a:r>
          </a:p>
          <a:p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                                             Assistant </a:t>
            </a:r>
            <a:r>
              <a:rPr lang="en-US">
                <a:solidFill>
                  <a:srgbClr val="C00000"/>
                </a:solidFill>
                <a:ea typeface="Calibri"/>
                <a:cs typeface="Calibri"/>
              </a:rPr>
              <a:t>Professor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>
                <a:solidFill>
                  <a:srgbClr val="C00000"/>
                </a:solidFill>
                <a:ea typeface="Calibri"/>
                <a:cs typeface="Calibri"/>
              </a:rPr>
              <a:t>                                             Dept. of CSE(AI&amp;ML)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>
                <a:solidFill>
                  <a:srgbClr val="C00000"/>
                </a:solidFill>
              </a:rPr>
              <a:t>Review Team Members: </a:t>
            </a:r>
          </a:p>
        </p:txBody>
      </p:sp>
      <p:sp>
        <p:nvSpPr>
          <p:cNvPr id="12" name="Subtitle 7">
            <a:extLst>
              <a:ext uri="{FF2B5EF4-FFF2-40B4-BE49-F238E27FC236}">
                <a16:creationId xmlns:a16="http://schemas.microsoft.com/office/drawing/2014/main" id="{904AE192-1C66-65CC-9B2C-21EC7EF914D6}"/>
              </a:ext>
            </a:extLst>
          </p:cNvPr>
          <p:cNvSpPr txBox="1">
            <a:spLocks/>
          </p:cNvSpPr>
          <p:nvPr/>
        </p:nvSpPr>
        <p:spPr>
          <a:xfrm>
            <a:off x="572610" y="4053991"/>
            <a:ext cx="4469025" cy="20251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rgbClr val="C00000"/>
              </a:solidFill>
            </a:endParaRPr>
          </a:p>
          <a:p>
            <a:pPr marL="342900" indent="-342900" algn="l">
              <a:buFont typeface="Wingdings,Sans-Serif"/>
              <a:buChar char="§"/>
            </a:pPr>
            <a:r>
              <a:rPr lang="en-US" sz="1200" dirty="0">
                <a:solidFill>
                  <a:srgbClr val="C00000"/>
                </a:solidFill>
                <a:latin typeface="Bookman Old Style"/>
              </a:rPr>
              <a:t>Sheshatvam Sreenesh        1RX25CI127  AIML-B</a:t>
            </a:r>
            <a:endParaRPr lang="en-US" sz="1200" b="0" dirty="0">
              <a:solidFill>
                <a:srgbClr val="000000"/>
              </a:solidFill>
              <a:latin typeface="Bookman Old Style"/>
            </a:endParaRPr>
          </a:p>
          <a:p>
            <a:pPr marL="342900" indent="-342900" algn="l">
              <a:buFont typeface="Wingdings,Sans-Serif"/>
              <a:buChar char="§"/>
            </a:pPr>
            <a:r>
              <a:rPr lang="en-US" sz="1200" dirty="0">
                <a:solidFill>
                  <a:srgbClr val="C00000"/>
                </a:solidFill>
                <a:latin typeface="Bookman Old Style"/>
              </a:rPr>
              <a:t>Sahana M                           1RX25CI116  AIML-C</a:t>
            </a:r>
            <a:endParaRPr lang="en-US" dirty="0"/>
          </a:p>
          <a:p>
            <a:pPr marL="342900" indent="-342900" algn="l">
              <a:buFont typeface="Wingdings,Sans-Serif"/>
              <a:buChar char="§"/>
            </a:pPr>
            <a:r>
              <a:rPr lang="en-US" sz="1200" dirty="0">
                <a:solidFill>
                  <a:srgbClr val="C00000"/>
                </a:solidFill>
                <a:latin typeface="Bookman Old Style"/>
              </a:rPr>
              <a:t>Abhradeep Bhattacharyya  1IB25CS007   CSE-A</a:t>
            </a:r>
          </a:p>
          <a:p>
            <a:pPr marL="342900" indent="-342900" algn="l">
              <a:buFont typeface="Wingdings,Sans-Serif"/>
              <a:buChar char="§"/>
            </a:pPr>
            <a:r>
              <a:rPr lang="en-US" sz="1200" dirty="0">
                <a:solidFill>
                  <a:srgbClr val="C00000"/>
                </a:solidFill>
                <a:latin typeface="Bookman Old Style"/>
              </a:rPr>
              <a:t>Nishanth Balakrishna         1RN25EC122  ECE-C</a:t>
            </a:r>
            <a:endParaRPr lang="en-US" sz="1200" dirty="0">
              <a:solidFill>
                <a:srgbClr val="C00000"/>
              </a:solidFill>
            </a:endParaRPr>
          </a:p>
          <a:p>
            <a:pPr marL="342900" indent="-342900" algn="l">
              <a:buFont typeface="Wingdings,Sans-Serif"/>
              <a:buChar char="§"/>
            </a:pPr>
            <a:r>
              <a:rPr lang="en-US" sz="1200" dirty="0">
                <a:solidFill>
                  <a:srgbClr val="C00000"/>
                </a:solidFill>
                <a:latin typeface="Bookman Old Style"/>
              </a:rPr>
              <a:t>Sharath Gowda MU             1RN25CI143  AIML-E</a:t>
            </a:r>
            <a:endParaRPr lang="en-US" sz="1200" dirty="0">
              <a:solidFill>
                <a:srgbClr val="C00000"/>
              </a:solidFill>
            </a:endParaRPr>
          </a:p>
          <a:p>
            <a:pPr marL="342900" indent="-342900" algn="l">
              <a:buFont typeface="Wingdings,Sans-Serif"/>
              <a:buChar char="§"/>
            </a:pPr>
            <a:r>
              <a:rPr lang="en-US" sz="1200" dirty="0">
                <a:solidFill>
                  <a:srgbClr val="C00000"/>
                </a:solidFill>
                <a:latin typeface="Bookman Old Style"/>
              </a:rPr>
              <a:t>Shashidhara                       1RX25CI126  AIML-B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30C3B-E18A-E8F3-B68F-08BC3878F097}"/>
              </a:ext>
            </a:extLst>
          </p:cNvPr>
          <p:cNvSpPr txBox="1"/>
          <p:nvPr/>
        </p:nvSpPr>
        <p:spPr>
          <a:xfrm>
            <a:off x="565849" y="6398237"/>
            <a:ext cx="22467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Bookman Old Style"/>
                <a:ea typeface="Calibri"/>
                <a:cs typeface="Calibri"/>
              </a:rPr>
              <a:t>31 March 2026</a:t>
            </a:r>
            <a:endParaRPr lang="en-US" sz="1400" b="1" baseline="30000">
              <a:solidFill>
                <a:schemeClr val="bg1"/>
              </a:solidFill>
              <a:latin typeface="Bookman Old Style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737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4F114B5-BF08-46FB-880A-2EB8C212F8E7}"/>
              </a:ext>
            </a:extLst>
          </p:cNvPr>
          <p:cNvSpPr/>
          <p:nvPr/>
        </p:nvSpPr>
        <p:spPr>
          <a:xfrm>
            <a:off x="-55426" y="999296"/>
            <a:ext cx="4868173" cy="5869284"/>
          </a:xfrm>
          <a:custGeom>
            <a:avLst/>
            <a:gdLst>
              <a:gd name="connsiteX0" fmla="*/ 0 w 4868173"/>
              <a:gd name="connsiteY0" fmla="*/ 0 h 6858000"/>
              <a:gd name="connsiteX1" fmla="*/ 4868173 w 4868173"/>
              <a:gd name="connsiteY1" fmla="*/ 0 h 6858000"/>
              <a:gd name="connsiteX2" fmla="*/ 2126832 w 4868173"/>
              <a:gd name="connsiteY2" fmla="*/ 6858000 h 6858000"/>
              <a:gd name="connsiteX3" fmla="*/ 0 w 486817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68173" h="6858000">
                <a:moveTo>
                  <a:pt x="0" y="0"/>
                </a:moveTo>
                <a:lnTo>
                  <a:pt x="4868173" y="0"/>
                </a:lnTo>
                <a:lnTo>
                  <a:pt x="212683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564085" y="162352"/>
            <a:ext cx="446590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>
                <a:solidFill>
                  <a:srgbClr val="C00000"/>
                </a:solidFill>
                <a:cs typeface="Arial" pitchFamily="34" charset="0"/>
              </a:rPr>
              <a:t>Agenda </a:t>
            </a:r>
            <a:endParaRPr lang="ko-KR" altLang="en-US" sz="5400">
              <a:solidFill>
                <a:srgbClr val="C00000"/>
              </a:solidFill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6665" y="1588743"/>
            <a:ext cx="123154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>
                <a:cs typeface="Arial" pitchFamily="34" charset="0"/>
              </a:rPr>
              <a:t>02</a:t>
            </a:r>
            <a:endParaRPr lang="ko-KR" altLang="en-US" sz="3600" b="1"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64A061-4D0C-4603-9DE2-0D5C5BC3E7BF}"/>
              </a:ext>
            </a:extLst>
          </p:cNvPr>
          <p:cNvSpPr txBox="1"/>
          <p:nvPr/>
        </p:nvSpPr>
        <p:spPr>
          <a:xfrm>
            <a:off x="224495" y="1255498"/>
            <a:ext cx="351732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>
                <a:solidFill>
                  <a:srgbClr val="FFFF00"/>
                </a:solidFill>
                <a:cs typeface="Arial" pitchFamily="34" charset="0"/>
              </a:rPr>
              <a:t>Agenda</a:t>
            </a:r>
            <a:endParaRPr lang="ko-KR" altLang="en-US" sz="4800">
              <a:solidFill>
                <a:srgbClr val="FFFF00"/>
              </a:solidFill>
              <a:cs typeface="Arial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C11F8C7-1CD1-4C7A-A272-0A5C754C1147}"/>
              </a:ext>
            </a:extLst>
          </p:cNvPr>
          <p:cNvGrpSpPr/>
          <p:nvPr/>
        </p:nvGrpSpPr>
        <p:grpSpPr>
          <a:xfrm>
            <a:off x="4468989" y="1056703"/>
            <a:ext cx="7122494" cy="2043861"/>
            <a:chOff x="5956043" y="51111"/>
            <a:chExt cx="7122494" cy="204386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48CA0A5-A571-4EFA-BFCC-7BA48C5C620B}"/>
                </a:ext>
              </a:extLst>
            </p:cNvPr>
            <p:cNvSpPr txBox="1"/>
            <p:nvPr/>
          </p:nvSpPr>
          <p:spPr>
            <a:xfrm>
              <a:off x="6957187" y="1571752"/>
              <a:ext cx="6121350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2700" b="1"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7006DBC-DF5A-4E9E-9BF8-2CEF49917F1C}"/>
                </a:ext>
              </a:extLst>
            </p:cNvPr>
            <p:cNvSpPr txBox="1"/>
            <p:nvPr/>
          </p:nvSpPr>
          <p:spPr>
            <a:xfrm>
              <a:off x="5956043" y="5111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>
                  <a:cs typeface="Arial" pitchFamily="34" charset="0"/>
                </a:rPr>
                <a:t>01</a:t>
              </a:r>
              <a:endParaRPr lang="ko-KR" altLang="en-US" sz="3600" b="1">
                <a:cs typeface="Arial" pitchFamily="34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8CBDD7A-B997-4592-BC53-8B38F7A8DB3C}"/>
              </a:ext>
            </a:extLst>
          </p:cNvPr>
          <p:cNvSpPr txBox="1"/>
          <p:nvPr/>
        </p:nvSpPr>
        <p:spPr>
          <a:xfrm>
            <a:off x="4064221" y="2189567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>
            <a:defPPr>
              <a:defRPr lang="en-US"/>
            </a:defPPr>
            <a:lvl1pPr>
              <a:defRPr sz="2800" b="1">
                <a:latin typeface="Trebuchet MS" panose="020B0603020202020204" pitchFamily="34" charset="0"/>
                <a:cs typeface="Arial" pitchFamily="34" charset="0"/>
              </a:defRPr>
            </a:lvl1pPr>
          </a:lstStyle>
          <a:p>
            <a:r>
              <a:rPr lang="en-US" altLang="ko-KR" sz="3600"/>
              <a:t>03</a:t>
            </a:r>
            <a:endParaRPr lang="ko-KR" altLang="en-US" sz="360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AEFA7AC-34B4-45A5-BE3F-7C686A56B498}"/>
              </a:ext>
            </a:extLst>
          </p:cNvPr>
          <p:cNvCxnSpPr>
            <a:cxnSpLocks/>
          </p:cNvCxnSpPr>
          <p:nvPr/>
        </p:nvCxnSpPr>
        <p:spPr>
          <a:xfrm flipH="1">
            <a:off x="10945789" y="4140745"/>
            <a:ext cx="1001829" cy="2528035"/>
          </a:xfrm>
          <a:prstGeom prst="line">
            <a:avLst/>
          </a:prstGeom>
          <a:ln w="762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722">
            <a:extLst>
              <a:ext uri="{FF2B5EF4-FFF2-40B4-BE49-F238E27FC236}">
                <a16:creationId xmlns:a16="http://schemas.microsoft.com/office/drawing/2014/main" id="{08DAAE6F-835C-44D8-A927-AA56CC07EDA3}"/>
              </a:ext>
            </a:extLst>
          </p:cNvPr>
          <p:cNvCxnSpPr>
            <a:cxnSpLocks/>
          </p:cNvCxnSpPr>
          <p:nvPr/>
        </p:nvCxnSpPr>
        <p:spPr>
          <a:xfrm flipH="1">
            <a:off x="1797103" y="4140745"/>
            <a:ext cx="1001829" cy="2528035"/>
          </a:xfrm>
          <a:prstGeom prst="line">
            <a:avLst/>
          </a:prstGeom>
          <a:ln w="762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723">
            <a:extLst>
              <a:ext uri="{FF2B5EF4-FFF2-40B4-BE49-F238E27FC236}">
                <a16:creationId xmlns:a16="http://schemas.microsoft.com/office/drawing/2014/main" id="{9F276600-9B9D-4CAF-B10B-041D668C0848}"/>
              </a:ext>
            </a:extLst>
          </p:cNvPr>
          <p:cNvCxnSpPr>
            <a:cxnSpLocks/>
          </p:cNvCxnSpPr>
          <p:nvPr/>
        </p:nvCxnSpPr>
        <p:spPr>
          <a:xfrm flipH="1">
            <a:off x="1393342" y="4920916"/>
            <a:ext cx="679417" cy="1714456"/>
          </a:xfrm>
          <a:prstGeom prst="line">
            <a:avLst/>
          </a:prstGeom>
          <a:ln w="762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725">
            <a:extLst>
              <a:ext uri="{FF2B5EF4-FFF2-40B4-BE49-F238E27FC236}">
                <a16:creationId xmlns:a16="http://schemas.microsoft.com/office/drawing/2014/main" id="{651915D1-9D71-4DBF-A0E7-F7F093CBD117}"/>
              </a:ext>
            </a:extLst>
          </p:cNvPr>
          <p:cNvCxnSpPr>
            <a:cxnSpLocks/>
          </p:cNvCxnSpPr>
          <p:nvPr/>
        </p:nvCxnSpPr>
        <p:spPr>
          <a:xfrm flipH="1">
            <a:off x="972424" y="5607124"/>
            <a:ext cx="402446" cy="1015544"/>
          </a:xfrm>
          <a:prstGeom prst="line">
            <a:avLst/>
          </a:prstGeom>
          <a:ln w="762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727">
            <a:extLst>
              <a:ext uri="{FF2B5EF4-FFF2-40B4-BE49-F238E27FC236}">
                <a16:creationId xmlns:a16="http://schemas.microsoft.com/office/drawing/2014/main" id="{B394B36D-783E-4560-94FB-5F422257D671}"/>
              </a:ext>
            </a:extLst>
          </p:cNvPr>
          <p:cNvCxnSpPr>
            <a:cxnSpLocks/>
          </p:cNvCxnSpPr>
          <p:nvPr/>
        </p:nvCxnSpPr>
        <p:spPr>
          <a:xfrm flipH="1">
            <a:off x="10604895" y="5230026"/>
            <a:ext cx="575020" cy="1451018"/>
          </a:xfrm>
          <a:prstGeom prst="line">
            <a:avLst/>
          </a:prstGeom>
          <a:ln w="762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FE9869F-753F-4A51-B57B-3F7ADDB61784}"/>
              </a:ext>
            </a:extLst>
          </p:cNvPr>
          <p:cNvSpPr txBox="1"/>
          <p:nvPr/>
        </p:nvSpPr>
        <p:spPr>
          <a:xfrm>
            <a:off x="5395367" y="1118258"/>
            <a:ext cx="5972718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sz="2800" b="1">
                <a:latin typeface="Trebuchet MS" panose="020B0603020202020204" pitchFamily="34" charset="0"/>
                <a:cs typeface="Arial" pitchFamily="34" charset="0"/>
              </a:rPr>
              <a:t>Introduction </a:t>
            </a:r>
            <a:endParaRPr lang="ko-KR" altLang="en-US" sz="2800" b="1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2E89BE-BCF0-47B8-B475-F454BADF5AD5}"/>
              </a:ext>
            </a:extLst>
          </p:cNvPr>
          <p:cNvSpPr txBox="1"/>
          <p:nvPr/>
        </p:nvSpPr>
        <p:spPr>
          <a:xfrm>
            <a:off x="5165071" y="1701129"/>
            <a:ext cx="6587868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800" b="1">
                <a:latin typeface="Trebuchet MS" panose="020B0603020202020204" pitchFamily="34" charset="0"/>
                <a:cs typeface="Arial" pitchFamily="34" charset="0"/>
              </a:rPr>
              <a:t>Problem Definition &amp; Objectives</a:t>
            </a:r>
            <a:endParaRPr lang="ko-KR" altLang="en-US" sz="2800" b="1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00783" y="2254529"/>
            <a:ext cx="31341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>
                <a:latin typeface="Trebuchet MS" panose="020B0603020202020204" pitchFamily="34" charset="0"/>
                <a:cs typeface="Arial" pitchFamily="34" charset="0"/>
              </a:rPr>
              <a:t>Literature Survey</a:t>
            </a:r>
            <a:endParaRPr lang="en-IN" sz="2800" b="1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24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 txBox="1">
            <a:spLocks/>
          </p:cNvSpPr>
          <p:nvPr/>
        </p:nvSpPr>
        <p:spPr>
          <a:xfrm>
            <a:off x="-56601" y="6433655"/>
            <a:ext cx="1738244" cy="4093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31 March 2026 </a:t>
            </a:r>
          </a:p>
        </p:txBody>
      </p:sp>
      <p:pic>
        <p:nvPicPr>
          <p:cNvPr id="25" name="Picture 2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606" y="16882"/>
            <a:ext cx="971550" cy="1036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C11F8C7-1CD1-4C7A-A272-0A5C754C1147}"/>
              </a:ext>
            </a:extLst>
          </p:cNvPr>
          <p:cNvGrpSpPr/>
          <p:nvPr/>
        </p:nvGrpSpPr>
        <p:grpSpPr>
          <a:xfrm>
            <a:off x="3613832" y="2783555"/>
            <a:ext cx="7022087" cy="2352139"/>
            <a:chOff x="6056450" y="-257167"/>
            <a:chExt cx="7022087" cy="235213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48CA0A5-A571-4EFA-BFCC-7BA48C5C620B}"/>
                </a:ext>
              </a:extLst>
            </p:cNvPr>
            <p:cNvSpPr txBox="1"/>
            <p:nvPr/>
          </p:nvSpPr>
          <p:spPr>
            <a:xfrm>
              <a:off x="6957187" y="1571752"/>
              <a:ext cx="6121350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2700" b="1"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7006DBC-DF5A-4E9E-9BF8-2CEF49917F1C}"/>
                </a:ext>
              </a:extLst>
            </p:cNvPr>
            <p:cNvSpPr txBox="1"/>
            <p:nvPr/>
          </p:nvSpPr>
          <p:spPr>
            <a:xfrm>
              <a:off x="6056450" y="-257167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>
                  <a:cs typeface="Arial" pitchFamily="34" charset="0"/>
                </a:rPr>
                <a:t>04</a:t>
              </a:r>
              <a:endParaRPr lang="ko-KR" altLang="en-US" sz="3600" b="1">
                <a:cs typeface="Arial" pitchFamily="34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FE9869F-753F-4A51-B57B-3F7ADDB61784}"/>
              </a:ext>
            </a:extLst>
          </p:cNvPr>
          <p:cNvSpPr txBox="1"/>
          <p:nvPr/>
        </p:nvSpPr>
        <p:spPr>
          <a:xfrm>
            <a:off x="4485934" y="2855353"/>
            <a:ext cx="7432363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sz="2800" b="1">
                <a:latin typeface="Trebuchet MS" panose="020B0603020202020204" pitchFamily="34" charset="0"/>
                <a:cs typeface="Arial" pitchFamily="34" charset="0"/>
              </a:rPr>
              <a:t>Possible List of Solutions &amp; Block diagram</a:t>
            </a:r>
            <a:endParaRPr lang="ko-KR" altLang="en-US" sz="2800" b="1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E9869F-753F-4A51-B57B-3F7ADDB61784}"/>
              </a:ext>
            </a:extLst>
          </p:cNvPr>
          <p:cNvSpPr txBox="1"/>
          <p:nvPr/>
        </p:nvSpPr>
        <p:spPr>
          <a:xfrm>
            <a:off x="4266034" y="3400837"/>
            <a:ext cx="7429074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sz="2800" b="1">
                <a:latin typeface="Trebuchet MS" panose="020B0603020202020204" pitchFamily="34" charset="0"/>
                <a:cs typeface="Arial" pitchFamily="34" charset="0"/>
              </a:rPr>
              <a:t>Methodology/Prototype development plan</a:t>
            </a:r>
            <a:endParaRPr lang="ko-KR" altLang="en-US" sz="2800" b="1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E9869F-753F-4A51-B57B-3F7ADDB61784}"/>
              </a:ext>
            </a:extLst>
          </p:cNvPr>
          <p:cNvSpPr txBox="1"/>
          <p:nvPr/>
        </p:nvSpPr>
        <p:spPr>
          <a:xfrm>
            <a:off x="4116665" y="3953040"/>
            <a:ext cx="5972718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sz="2800" b="1">
                <a:latin typeface="Trebuchet MS" panose="020B0603020202020204" pitchFamily="34" charset="0"/>
                <a:cs typeface="Arial" pitchFamily="34" charset="0"/>
              </a:rPr>
              <a:t>Hardware /Software requirement</a:t>
            </a:r>
            <a:endParaRPr lang="ko-KR" altLang="en-US" sz="2800" b="1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E9869F-753F-4A51-B57B-3F7ADDB61784}"/>
              </a:ext>
            </a:extLst>
          </p:cNvPr>
          <p:cNvSpPr txBox="1"/>
          <p:nvPr/>
        </p:nvSpPr>
        <p:spPr>
          <a:xfrm>
            <a:off x="3834319" y="4533714"/>
            <a:ext cx="5972718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sz="2800" b="1">
                <a:latin typeface="Trebuchet MS" panose="020B0603020202020204" pitchFamily="34" charset="0"/>
                <a:cs typeface="Arial" pitchFamily="34" charset="0"/>
              </a:rPr>
              <a:t>Deliverables &amp; Applications </a:t>
            </a:r>
            <a:endParaRPr lang="ko-KR" altLang="en-US" sz="2800" b="1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CBDD7A-B997-4592-BC53-8B38F7A8DB3C}"/>
              </a:ext>
            </a:extLst>
          </p:cNvPr>
          <p:cNvSpPr txBox="1"/>
          <p:nvPr/>
        </p:nvSpPr>
        <p:spPr>
          <a:xfrm>
            <a:off x="3054997" y="4451217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>
            <a:defPPr>
              <a:defRPr lang="en-US"/>
            </a:defPPr>
            <a:lvl1pPr>
              <a:defRPr sz="2800" b="1">
                <a:latin typeface="Trebuchet MS" panose="020B0603020202020204" pitchFamily="34" charset="0"/>
                <a:cs typeface="Arial" pitchFamily="34" charset="0"/>
              </a:defRPr>
            </a:lvl1pPr>
          </a:lstStyle>
          <a:p>
            <a:r>
              <a:rPr lang="en-US" altLang="ko-KR" sz="3600"/>
              <a:t>07</a:t>
            </a:r>
            <a:endParaRPr lang="ko-KR" altLang="en-US" sz="36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CBDD7A-B997-4592-BC53-8B38F7A8DB3C}"/>
              </a:ext>
            </a:extLst>
          </p:cNvPr>
          <p:cNvSpPr txBox="1"/>
          <p:nvPr/>
        </p:nvSpPr>
        <p:spPr>
          <a:xfrm>
            <a:off x="3307938" y="3914449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>
            <a:defPPr>
              <a:defRPr lang="en-US"/>
            </a:defPPr>
            <a:lvl1pPr>
              <a:defRPr sz="2800" b="1">
                <a:latin typeface="Trebuchet MS" panose="020B0603020202020204" pitchFamily="34" charset="0"/>
                <a:cs typeface="Arial" pitchFamily="34" charset="0"/>
              </a:defRPr>
            </a:lvl1pPr>
          </a:lstStyle>
          <a:p>
            <a:r>
              <a:rPr lang="en-US" altLang="ko-KR" sz="3600"/>
              <a:t>06</a:t>
            </a:r>
            <a:endParaRPr lang="ko-KR" altLang="en-US" sz="36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CBDD7A-B997-4592-BC53-8B38F7A8DB3C}"/>
              </a:ext>
            </a:extLst>
          </p:cNvPr>
          <p:cNvSpPr txBox="1"/>
          <p:nvPr/>
        </p:nvSpPr>
        <p:spPr>
          <a:xfrm>
            <a:off x="3545555" y="3356843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>
            <a:defPPr>
              <a:defRPr lang="en-US"/>
            </a:defPPr>
            <a:lvl1pPr>
              <a:defRPr sz="2800" b="1">
                <a:latin typeface="Trebuchet MS" panose="020B0603020202020204" pitchFamily="34" charset="0"/>
                <a:cs typeface="Arial" pitchFamily="34" charset="0"/>
              </a:defRPr>
            </a:lvl1pPr>
          </a:lstStyle>
          <a:p>
            <a:r>
              <a:rPr lang="en-US" altLang="ko-KR" sz="3600"/>
              <a:t>05</a:t>
            </a:r>
            <a:endParaRPr lang="ko-KR" altLang="en-US" sz="3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E9869F-753F-4A51-B57B-3F7ADDB61784}"/>
              </a:ext>
            </a:extLst>
          </p:cNvPr>
          <p:cNvSpPr txBox="1"/>
          <p:nvPr/>
        </p:nvSpPr>
        <p:spPr>
          <a:xfrm>
            <a:off x="3456442" y="5126370"/>
            <a:ext cx="7140459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sz="2800" b="1">
                <a:latin typeface="Trebuchet MS" panose="020B0603020202020204" pitchFamily="34" charset="0"/>
                <a:cs typeface="Arial" pitchFamily="34" charset="0"/>
              </a:rPr>
              <a:t>Estimate of Expenditure </a:t>
            </a:r>
            <a:endParaRPr lang="ko-KR" altLang="en-US" sz="2800" b="1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CBDD7A-B997-4592-BC53-8B38F7A8DB3C}"/>
              </a:ext>
            </a:extLst>
          </p:cNvPr>
          <p:cNvSpPr txBox="1"/>
          <p:nvPr/>
        </p:nvSpPr>
        <p:spPr>
          <a:xfrm>
            <a:off x="2760374" y="5076918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>
            <a:defPPr>
              <a:defRPr lang="en-US"/>
            </a:defPPr>
            <a:lvl1pPr>
              <a:defRPr sz="2800" b="1">
                <a:latin typeface="Trebuchet MS" panose="020B0603020202020204" pitchFamily="34" charset="0"/>
                <a:cs typeface="Arial" pitchFamily="34" charset="0"/>
              </a:defRPr>
            </a:lvl1pPr>
          </a:lstStyle>
          <a:p>
            <a:r>
              <a:rPr lang="en-US" altLang="ko-KR" sz="3600"/>
              <a:t>08</a:t>
            </a:r>
            <a:endParaRPr lang="ko-KR" altLang="en-US" sz="3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E9869F-753F-4A51-B57B-3F7ADDB61784}"/>
              </a:ext>
            </a:extLst>
          </p:cNvPr>
          <p:cNvSpPr txBox="1"/>
          <p:nvPr/>
        </p:nvSpPr>
        <p:spPr>
          <a:xfrm>
            <a:off x="3202693" y="5785965"/>
            <a:ext cx="7140459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sz="2800" b="1">
                <a:latin typeface="Trebuchet MS" panose="020B0603020202020204" pitchFamily="34" charset="0"/>
                <a:cs typeface="Arial" pitchFamily="34" charset="0"/>
              </a:rPr>
              <a:t>Timeline for completion of project </a:t>
            </a:r>
            <a:endParaRPr lang="ko-KR" altLang="en-US" sz="2800" b="1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CBDD7A-B997-4592-BC53-8B38F7A8DB3C}"/>
              </a:ext>
            </a:extLst>
          </p:cNvPr>
          <p:cNvSpPr txBox="1"/>
          <p:nvPr/>
        </p:nvSpPr>
        <p:spPr>
          <a:xfrm>
            <a:off x="2428638" y="5725631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>
            <a:defPPr>
              <a:defRPr lang="en-US"/>
            </a:defPPr>
            <a:lvl1pPr>
              <a:defRPr sz="2800" b="1">
                <a:latin typeface="Trebuchet MS" panose="020B0603020202020204" pitchFamily="34" charset="0"/>
                <a:cs typeface="Arial" pitchFamily="34" charset="0"/>
              </a:defRPr>
            </a:lvl1pPr>
          </a:lstStyle>
          <a:p>
            <a:r>
              <a:rPr lang="en-US" altLang="ko-KR" sz="3600"/>
              <a:t>09</a:t>
            </a:r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628" y="99937"/>
            <a:ext cx="9719885" cy="839401"/>
          </a:xfrm>
        </p:spPr>
        <p:txBody>
          <a:bodyPr>
            <a:normAutofit/>
          </a:bodyPr>
          <a:lstStyle/>
          <a:p>
            <a:pPr algn="ctr"/>
            <a:r>
              <a:rPr lang="en-US"/>
              <a:t>Introduction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8" name="Pictur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3117" y="1190594"/>
            <a:ext cx="11648203" cy="48123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000">
                <a:latin typeface="Constantia"/>
              </a:rPr>
              <a:t>🚦 </a:t>
            </a:r>
            <a:r>
              <a:rPr lang="en-IN" sz="2000" b="1">
                <a:latin typeface="Constantia"/>
              </a:rPr>
              <a:t>Problem Statement</a:t>
            </a:r>
          </a:p>
          <a:p>
            <a:pPr algn="just">
              <a:buFont typeface="Arial"/>
              <a:buChar char="•"/>
            </a:pPr>
            <a:r>
              <a:rPr lang="en-IN" sz="1800">
                <a:latin typeface="Constantia"/>
              </a:rPr>
              <a:t>Rapid increase in traffic violations due to inadequate continuous monitoring </a:t>
            </a:r>
            <a:endParaRPr lang="en-IN" sz="1800" dirty="0">
              <a:latin typeface="Constantia"/>
            </a:endParaRPr>
          </a:p>
          <a:p>
            <a:pPr algn="just">
              <a:buFont typeface="Arial"/>
              <a:buChar char="•"/>
            </a:pPr>
            <a:r>
              <a:rPr lang="en-IN" sz="1800">
                <a:latin typeface="Constantia"/>
              </a:rPr>
              <a:t>Existing manual enforcement methods are time-consuming and prone to human error </a:t>
            </a:r>
          </a:p>
          <a:p>
            <a:pPr algn="just">
              <a:buFont typeface="Arial"/>
              <a:buChar char="•"/>
            </a:pPr>
            <a:r>
              <a:rPr lang="en-IN" sz="1800">
                <a:latin typeface="Constantia"/>
              </a:rPr>
              <a:t>Lack of efficient real-time detection and </a:t>
            </a:r>
            <a:r>
              <a:rPr lang="en-IN" sz="1800" b="1">
                <a:latin typeface="Constantia"/>
              </a:rPr>
              <a:t>delayed enforcement of penalties</a:t>
            </a:r>
            <a:r>
              <a:rPr lang="en-IN" sz="1800" dirty="0">
                <a:latin typeface="Constantia"/>
              </a:rPr>
              <a:t> </a:t>
            </a:r>
            <a:endParaRPr lang="en-IN" sz="1800">
              <a:latin typeface="Constantia"/>
            </a:endParaRPr>
          </a:p>
          <a:p>
            <a:pPr algn="just">
              <a:buFont typeface="Arial"/>
              <a:buChar char="•"/>
            </a:pPr>
            <a:r>
              <a:rPr lang="en-IN" sz="1800">
                <a:latin typeface="Constantia"/>
              </a:rPr>
              <a:t>Growing demand for intelligent and automated traffic management systems</a:t>
            </a:r>
            <a:endParaRPr lang="en-IN">
              <a:latin typeface="Constantia"/>
            </a:endParaRPr>
          </a:p>
          <a:p>
            <a:pPr algn="just">
              <a:buFont typeface="Arial"/>
              <a:buChar char="•"/>
            </a:pPr>
            <a:endParaRPr lang="en-IN" sz="1800" dirty="0">
              <a:latin typeface="Constantia"/>
            </a:endParaRPr>
          </a:p>
          <a:p>
            <a:pPr marL="0" indent="0" algn="just">
              <a:buNone/>
            </a:pPr>
            <a:endParaRPr lang="en-IN" sz="1800" dirty="0">
              <a:latin typeface="Constantia"/>
            </a:endParaRPr>
          </a:p>
          <a:p>
            <a:pPr>
              <a:buNone/>
            </a:pPr>
            <a:r>
              <a:rPr lang="en-IN" sz="2000">
                <a:latin typeface="Constantia"/>
              </a:rPr>
              <a:t>💡 </a:t>
            </a:r>
            <a:r>
              <a:rPr lang="en-IN" sz="2000" b="1">
                <a:latin typeface="Constantia"/>
              </a:rPr>
              <a:t>Proposed Idea</a:t>
            </a:r>
            <a:endParaRPr lang="en-IN" sz="2000">
              <a:latin typeface="Constantia"/>
            </a:endParaRPr>
          </a:p>
          <a:p>
            <a:pPr>
              <a:buFont typeface="Arial"/>
              <a:buChar char="•"/>
            </a:pPr>
            <a:r>
              <a:rPr lang="en-IN" sz="1800" dirty="0">
                <a:latin typeface="Constantia"/>
              </a:rPr>
              <a:t>To develop an </a:t>
            </a:r>
            <a:r>
              <a:rPr lang="en-IN" sz="1800" b="1" dirty="0">
                <a:latin typeface="Constantia"/>
              </a:rPr>
              <a:t>AI-powered traffic violation detection system</a:t>
            </a:r>
            <a:r>
              <a:rPr lang="en-IN" sz="1800" dirty="0">
                <a:latin typeface="Constantia"/>
              </a:rPr>
              <a:t> utilizing advanced computer vision techniques </a:t>
            </a:r>
          </a:p>
          <a:p>
            <a:pPr>
              <a:buFont typeface="Arial"/>
              <a:buChar char="•"/>
            </a:pPr>
            <a:r>
              <a:rPr lang="en-IN" sz="1800" dirty="0">
                <a:latin typeface="Constantia"/>
              </a:rPr>
              <a:t>The system aims to automatically identify violations such as signal jumping, absence of helmets, and over-speeding </a:t>
            </a:r>
          </a:p>
          <a:p>
            <a:pPr>
              <a:buFont typeface="Arial"/>
              <a:buChar char="•"/>
            </a:pPr>
            <a:r>
              <a:rPr lang="en-IN" sz="1800" b="1">
                <a:latin typeface="Constantia"/>
              </a:rPr>
              <a:t>Enables real-time monitoring with immediate detection and reporting of violations</a:t>
            </a:r>
            <a:endParaRPr lang="en-IN" b="1">
              <a:latin typeface="Constantia"/>
            </a:endParaRPr>
          </a:p>
          <a:p>
            <a:pPr>
              <a:buNone/>
            </a:pPr>
            <a:endParaRPr lang="en-IN" sz="2000" b="1" dirty="0">
              <a:latin typeface="Constantia"/>
            </a:endParaRPr>
          </a:p>
          <a:p>
            <a:pPr marL="0" indent="0">
              <a:buNone/>
            </a:pPr>
            <a:endParaRPr lang="en-IN" sz="2000" b="1" dirty="0">
              <a:latin typeface="Bookman Old Style"/>
            </a:endParaRPr>
          </a:p>
        </p:txBody>
      </p:sp>
      <p:sp>
        <p:nvSpPr>
          <p:cNvPr id="9" name="Footer Placeholder 3"/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B0B54A-FA6E-9356-15F5-16A76EF3F64F}"/>
              </a:ext>
            </a:extLst>
          </p:cNvPr>
          <p:cNvSpPr txBox="1"/>
          <p:nvPr/>
        </p:nvSpPr>
        <p:spPr>
          <a:xfrm>
            <a:off x="671365" y="6371869"/>
            <a:ext cx="19530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2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16112-C3B3-4836-B08D-8154D332B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8047-6DB0-DEDB-3567-1676518B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28" y="99937"/>
            <a:ext cx="9719885" cy="839401"/>
          </a:xfrm>
        </p:spPr>
        <p:txBody>
          <a:bodyPr>
            <a:normAutofit/>
          </a:bodyPr>
          <a:lstStyle/>
          <a:p>
            <a:pPr algn="ctr"/>
            <a:r>
              <a:rPr lang="en-US"/>
              <a:t>Introduction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FBCEC-6F97-DB59-4AAD-703EC96E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8BB1FC-C20B-2C7C-FA39-9BF970340DB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CD4C1-D51D-77AA-3758-20C1E9918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117" y="1269036"/>
            <a:ext cx="11648203" cy="52605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IN" sz="2000">
                <a:latin typeface="Constantia"/>
              </a:rPr>
              <a:t>⚙️ </a:t>
            </a:r>
            <a:r>
              <a:rPr lang="en-IN" sz="2000" b="1">
                <a:latin typeface="Constantia"/>
              </a:rPr>
              <a:t>Implementation Approach</a:t>
            </a:r>
            <a:endParaRPr lang="en-IN" sz="2000">
              <a:solidFill>
                <a:srgbClr val="000000"/>
              </a:solidFill>
              <a:latin typeface="Constantia"/>
            </a:endParaRPr>
          </a:p>
          <a:p>
            <a:pPr>
              <a:buFont typeface="Arial,Sans-Serif"/>
              <a:buChar char="•"/>
            </a:pPr>
            <a:r>
              <a:rPr lang="en-IN" sz="1800">
                <a:latin typeface="Constantia"/>
              </a:rPr>
              <a:t>Deployment of </a:t>
            </a:r>
            <a:r>
              <a:rPr lang="en-IN" sz="1800" b="1">
                <a:latin typeface="Constantia"/>
              </a:rPr>
              <a:t>camera modules and sensors (Electronics component)</a:t>
            </a:r>
            <a:r>
              <a:rPr lang="en-IN" sz="1800">
                <a:latin typeface="Constantia"/>
              </a:rPr>
              <a:t> for real-time data acquisition </a:t>
            </a:r>
            <a:endParaRPr lang="en-US" sz="1800">
              <a:solidFill>
                <a:srgbClr val="000000"/>
              </a:solidFill>
              <a:latin typeface="Constantia"/>
            </a:endParaRPr>
          </a:p>
          <a:p>
            <a:pPr>
              <a:buFont typeface="Arial,Sans-Serif"/>
              <a:buChar char="•"/>
            </a:pPr>
            <a:r>
              <a:rPr lang="en-IN" sz="1800" dirty="0">
                <a:latin typeface="Constantia"/>
              </a:rPr>
              <a:t>Integration of </a:t>
            </a:r>
            <a:r>
              <a:rPr lang="en-IN" sz="1800" b="1" dirty="0">
                <a:latin typeface="Constantia"/>
              </a:rPr>
              <a:t>AI/ML models (AIML component)</a:t>
            </a:r>
            <a:r>
              <a:rPr lang="en-IN" sz="1800" dirty="0">
                <a:latin typeface="Constantia"/>
              </a:rPr>
              <a:t> for object detection and violation analysis </a:t>
            </a:r>
            <a:endParaRPr lang="en-IN" sz="1800" dirty="0">
              <a:solidFill>
                <a:srgbClr val="000000"/>
              </a:solidFill>
              <a:latin typeface="Constantia"/>
            </a:endParaRPr>
          </a:p>
          <a:p>
            <a:pPr>
              <a:buFont typeface="Arial,Sans-Serif"/>
              <a:buChar char="•"/>
            </a:pPr>
            <a:r>
              <a:rPr lang="en-IN" sz="1800">
                <a:latin typeface="Constantia"/>
              </a:rPr>
              <a:t>Processing of visual data using computer vision algorithms </a:t>
            </a:r>
            <a:endParaRPr lang="en-US" sz="1800">
              <a:solidFill>
                <a:srgbClr val="000000"/>
              </a:solidFill>
              <a:latin typeface="Constantia"/>
            </a:endParaRPr>
          </a:p>
          <a:p>
            <a:pPr>
              <a:buFont typeface="Arial,Sans-Serif"/>
              <a:buChar char="•"/>
            </a:pPr>
            <a:r>
              <a:rPr lang="en-IN" sz="1800">
                <a:latin typeface="Constantia"/>
              </a:rPr>
              <a:t>Generation of alerts and maintenance of violation records for further action</a:t>
            </a:r>
            <a:endParaRPr lang="en-IN"/>
          </a:p>
          <a:p>
            <a:pPr>
              <a:buFont typeface="Arial,Sans-Serif"/>
              <a:buChar char="•"/>
            </a:pPr>
            <a:endParaRPr lang="en-IN" sz="1800" dirty="0">
              <a:latin typeface="Constantia"/>
            </a:endParaRPr>
          </a:p>
          <a:p>
            <a:pPr marL="0" indent="0">
              <a:buNone/>
            </a:pPr>
            <a:r>
              <a:rPr lang="en-US" sz="2000">
                <a:latin typeface="Constantia"/>
              </a:rPr>
              <a:t>🔗 </a:t>
            </a:r>
            <a:r>
              <a:rPr lang="en-US" sz="2000" b="1">
                <a:latin typeface="Constantia"/>
              </a:rPr>
              <a:t>Interdisciplinary Integration</a:t>
            </a:r>
            <a:endParaRPr lang="en-US" sz="2000">
              <a:solidFill>
                <a:srgbClr val="000000"/>
              </a:solidFill>
              <a:latin typeface="Constantia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Constantia"/>
              </a:rPr>
              <a:t>Deployment of </a:t>
            </a:r>
            <a:r>
              <a:rPr lang="en-US" sz="1800" b="1">
                <a:latin typeface="Constantia"/>
              </a:rPr>
              <a:t>camera modules and sensors (Electronics component)</a:t>
            </a:r>
            <a:r>
              <a:rPr lang="en-US" sz="1800">
                <a:latin typeface="Constantia"/>
              </a:rPr>
              <a:t> for real-time data acquisition </a:t>
            </a:r>
            <a:endParaRPr lang="en-US" sz="1800">
              <a:solidFill>
                <a:srgbClr val="000000"/>
              </a:solidFill>
              <a:latin typeface="Constantia"/>
            </a:endParaRPr>
          </a:p>
          <a:p>
            <a:pPr>
              <a:buFont typeface="Arial"/>
              <a:buChar char="•"/>
            </a:pPr>
            <a:r>
              <a:rPr lang="en-US" sz="1800" dirty="0">
                <a:latin typeface="Constantia"/>
              </a:rPr>
              <a:t>Integration of </a:t>
            </a:r>
            <a:r>
              <a:rPr lang="en-US" sz="1800" b="1" dirty="0">
                <a:latin typeface="Constantia"/>
              </a:rPr>
              <a:t>AI/ML models (AIML component)</a:t>
            </a:r>
            <a:r>
              <a:rPr lang="en-US" sz="1800" dirty="0">
                <a:latin typeface="Constantia"/>
              </a:rPr>
              <a:t> for object detection and violation analysis </a:t>
            </a:r>
            <a:endParaRPr lang="en-US" sz="1800" dirty="0">
              <a:solidFill>
                <a:srgbClr val="000000"/>
              </a:solidFill>
              <a:latin typeface="Constantia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Constantia"/>
              </a:rPr>
              <a:t>Processing of visual data using computer vision algorithms </a:t>
            </a:r>
            <a:endParaRPr lang="en-US" sz="1800">
              <a:solidFill>
                <a:srgbClr val="000000"/>
              </a:solidFill>
              <a:latin typeface="Constantia"/>
            </a:endParaRPr>
          </a:p>
          <a:p>
            <a:pPr>
              <a:buFont typeface="Arial"/>
              <a:buChar char="•"/>
            </a:pPr>
            <a:r>
              <a:rPr lang="en-US" sz="1800" dirty="0">
                <a:latin typeface="Constantia"/>
              </a:rPr>
              <a:t>Generation of alerts and </a:t>
            </a:r>
            <a:r>
              <a:rPr lang="en-US" sz="1800" b="1" dirty="0">
                <a:latin typeface="Constantia"/>
              </a:rPr>
              <a:t>maintenance of violation records for subsequent action</a:t>
            </a:r>
            <a:endParaRPr lang="en-IN" dirty="0"/>
          </a:p>
          <a:p>
            <a:pPr>
              <a:buNone/>
            </a:pPr>
            <a:endParaRPr lang="en-IN" sz="2000" b="1" dirty="0">
              <a:latin typeface="Constantia"/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E1898DD-42FA-CFCF-13D2-E0B1216DD247}"/>
              </a:ext>
            </a:extLst>
          </p:cNvPr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3EC84BF8-47C3-2935-1C0B-BEE87711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60FFC-9B85-9643-AB45-88DE1CB7A5AE}"/>
              </a:ext>
            </a:extLst>
          </p:cNvPr>
          <p:cNvSpPr txBox="1"/>
          <p:nvPr/>
        </p:nvSpPr>
        <p:spPr>
          <a:xfrm>
            <a:off x="659158" y="6359662"/>
            <a:ext cx="21849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95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D3E56-034C-CDD2-05B0-118F771A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E29D-5843-4177-B98E-2445DABF4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28" y="99937"/>
            <a:ext cx="9719885" cy="839401"/>
          </a:xfrm>
        </p:spPr>
        <p:txBody>
          <a:bodyPr>
            <a:normAutofit/>
          </a:bodyPr>
          <a:lstStyle/>
          <a:p>
            <a:pPr algn="ctr"/>
            <a:r>
              <a:rPr lang="en-US"/>
              <a:t>Introduction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76E0F-3BE0-2DBB-C69F-996C05A9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3C1CCD-6E35-358D-B475-09636FA46B8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49628C-82C9-78D5-351C-FE7D66EC8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886" y="1491142"/>
            <a:ext cx="11648203" cy="30526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latin typeface="Constantia"/>
              </a:rPr>
              <a:t>🌍 </a:t>
            </a:r>
            <a:r>
              <a:rPr lang="en-US" sz="2000" b="1">
                <a:latin typeface="Constantia"/>
              </a:rPr>
              <a:t>Expected Impact</a:t>
            </a:r>
            <a:endParaRPr lang="en-US" sz="2000">
              <a:solidFill>
                <a:srgbClr val="000000"/>
              </a:solidFill>
              <a:latin typeface="Constantia"/>
            </a:endParaRPr>
          </a:p>
          <a:p>
            <a:pPr>
              <a:buFont typeface="Arial"/>
              <a:buChar char="•"/>
            </a:pPr>
            <a:r>
              <a:rPr lang="en-US" sz="1800" b="1">
                <a:latin typeface="Constantia"/>
              </a:rPr>
              <a:t>Enhancement of road safety</a:t>
            </a:r>
            <a:r>
              <a:rPr lang="en-US" sz="1800">
                <a:latin typeface="Constantia"/>
              </a:rPr>
              <a:t> through continuous and automated monitoring </a:t>
            </a:r>
            <a:endParaRPr lang="en-US" sz="1800">
              <a:solidFill>
                <a:srgbClr val="000000"/>
              </a:solidFill>
              <a:latin typeface="Constantia"/>
            </a:endParaRPr>
          </a:p>
          <a:p>
            <a:pPr>
              <a:buFont typeface="Arial"/>
              <a:buChar char="•"/>
            </a:pPr>
            <a:endParaRPr lang="en-US" sz="1800" dirty="0">
              <a:latin typeface="Constantia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Constantia"/>
              </a:rPr>
              <a:t>Reduction in dependency on manual traffic enforcement </a:t>
            </a:r>
            <a:endParaRPr lang="en-US" sz="1800">
              <a:solidFill>
                <a:srgbClr val="000000"/>
              </a:solidFill>
              <a:latin typeface="Constantia"/>
            </a:endParaRPr>
          </a:p>
          <a:p>
            <a:pPr>
              <a:buFont typeface="Arial"/>
              <a:buChar char="•"/>
            </a:pPr>
            <a:endParaRPr lang="en-US" sz="1800" dirty="0">
              <a:latin typeface="Constantia"/>
            </a:endParaRPr>
          </a:p>
          <a:p>
            <a:pPr>
              <a:buFont typeface="Arial"/>
              <a:buChar char="•"/>
            </a:pPr>
            <a:r>
              <a:rPr lang="en-US" sz="1800" dirty="0">
                <a:latin typeface="Constantia"/>
              </a:rPr>
              <a:t>Faster and more accurate identification of traffic violations </a:t>
            </a:r>
            <a:endParaRPr lang="en-US" sz="1800" dirty="0">
              <a:solidFill>
                <a:srgbClr val="000000"/>
              </a:solidFill>
              <a:latin typeface="Constantia"/>
            </a:endParaRPr>
          </a:p>
          <a:p>
            <a:pPr marL="0" indent="0">
              <a:buNone/>
            </a:pPr>
            <a:endParaRPr lang="en-US" sz="1800" dirty="0">
              <a:solidFill>
                <a:srgbClr val="121429"/>
              </a:solidFill>
              <a:latin typeface="Constantia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Constantia"/>
              </a:rPr>
              <a:t>Potential integration into smart city infrastructure for scalable deployment</a:t>
            </a:r>
            <a:endParaRPr lang="en-IN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3BFB66A-AE2A-FDA5-3BA1-66C17F9C0A88}"/>
              </a:ext>
            </a:extLst>
          </p:cNvPr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07DCCBC5-350E-D565-0FC7-21EA3EF25C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BF5D1-FB57-1EFF-B947-457802C0FC1D}"/>
              </a:ext>
            </a:extLst>
          </p:cNvPr>
          <p:cNvSpPr txBox="1"/>
          <p:nvPr/>
        </p:nvSpPr>
        <p:spPr>
          <a:xfrm>
            <a:off x="537073" y="6354748"/>
            <a:ext cx="20873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17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6988" y="136525"/>
            <a:ext cx="9461151" cy="1325563"/>
          </a:xfrm>
        </p:spPr>
        <p:txBody>
          <a:bodyPr/>
          <a:lstStyle/>
          <a:p>
            <a:r>
              <a:rPr lang="en-US" altLang="ko-KR">
                <a:latin typeface="Trebuchet MS" panose="020B0603020202020204" pitchFamily="34" charset="0"/>
                <a:cs typeface="Arial" pitchFamily="34" charset="0"/>
              </a:rPr>
              <a:t>Problem Definition &amp; Objectives</a:t>
            </a:r>
            <a:endParaRPr lang="ko-KR" altLang="en-US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10" name="Picture 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Footer Placeholder 3"/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CFBB9-27E9-B708-1C47-4DF22BFB04FC}"/>
              </a:ext>
            </a:extLst>
          </p:cNvPr>
          <p:cNvSpPr txBox="1"/>
          <p:nvPr/>
        </p:nvSpPr>
        <p:spPr>
          <a:xfrm>
            <a:off x="272008" y="1390262"/>
            <a:ext cx="11666114" cy="3200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onstantia"/>
              </a:rPr>
              <a:t>🎯 </a:t>
            </a:r>
            <a:r>
              <a:rPr lang="en-US" sz="2000" b="1">
                <a:latin typeface="Constantia"/>
              </a:rPr>
              <a:t>Problem Definition</a:t>
            </a:r>
            <a:endParaRPr lang="en-US" sz="2000">
              <a:latin typeface="Constantia"/>
            </a:endParaRPr>
          </a:p>
          <a:p>
            <a:endParaRPr lang="en-US" sz="2000" b="1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tantia"/>
                <a:ea typeface="+mn-lt"/>
                <a:cs typeface="+mn-lt"/>
              </a:rPr>
              <a:t>Urban areas experience a high volume of traffic violations, especially in congested regions </a:t>
            </a:r>
            <a:endParaRPr lang="en-US">
              <a:latin typeface="Constantia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tantia"/>
                <a:ea typeface="+mn-lt"/>
                <a:cs typeface="+mn-lt"/>
              </a:rPr>
              <a:t>Conventional monitoring systems lack real-time responsiveness and scalability </a:t>
            </a:r>
            <a:endParaRPr lang="en-US">
              <a:latin typeface="Constantia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tantia"/>
                <a:ea typeface="+mn-lt"/>
                <a:cs typeface="+mn-lt"/>
              </a:rPr>
              <a:t>Manual enforcement leads to delays, inconsistencies, and limited coverage </a:t>
            </a:r>
            <a:endParaRPr lang="en-US">
              <a:latin typeface="Constantia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onstantia"/>
                <a:ea typeface="+mn-lt"/>
                <a:cs typeface="+mn-lt"/>
              </a:rPr>
              <a:t>Absence of automated systems for accurate detection, identification, and penalty processing </a:t>
            </a:r>
            <a:endParaRPr lang="en-US">
              <a:latin typeface="Constantia"/>
              <a:ea typeface="+mn-lt"/>
              <a:cs typeface="+mn-lt"/>
            </a:endParaRPr>
          </a:p>
          <a:p>
            <a:endParaRPr lang="en-US" dirty="0">
              <a:latin typeface="Constantia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tantia"/>
                <a:ea typeface="+mn-lt"/>
                <a:cs typeface="+mn-lt"/>
              </a:rPr>
              <a:t>Need for an intelligent, reliable, and scalable traffic violation management solution</a:t>
            </a:r>
            <a:endParaRPr lang="en-US">
              <a:latin typeface="Constant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CC6398-D5FF-F06D-840E-C86DD5F0660F}"/>
              </a:ext>
            </a:extLst>
          </p:cNvPr>
          <p:cNvSpPr txBox="1"/>
          <p:nvPr/>
        </p:nvSpPr>
        <p:spPr>
          <a:xfrm>
            <a:off x="598125" y="6420695"/>
            <a:ext cx="19408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75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F529-79A8-8CAB-0A6E-D006D185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CD5DD-8302-7908-42A7-AA2F0F38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6988" y="136525"/>
            <a:ext cx="9461151" cy="1325563"/>
          </a:xfrm>
        </p:spPr>
        <p:txBody>
          <a:bodyPr/>
          <a:lstStyle/>
          <a:p>
            <a:r>
              <a:rPr lang="en-US" altLang="ko-KR">
                <a:latin typeface="Trebuchet MS" panose="020B0603020202020204" pitchFamily="34" charset="0"/>
                <a:cs typeface="Arial" pitchFamily="34" charset="0"/>
              </a:rPr>
              <a:t>Problem Definition &amp; Objectives</a:t>
            </a:r>
            <a:endParaRPr lang="ko-KR" altLang="en-US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D1E9A-B7C9-36DF-BCD7-1CA92138A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2CC761-3822-DD90-163C-D96BC8B19BB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7B3A01A5-FF25-6030-ED1E-9D916EF8B723}"/>
              </a:ext>
            </a:extLst>
          </p:cNvPr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C9F47A9F-17C0-6A25-2FE2-5A952C08CF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201009-EEBD-42DC-4DC0-7FA2DAA9B085}"/>
              </a:ext>
            </a:extLst>
          </p:cNvPr>
          <p:cNvSpPr txBox="1"/>
          <p:nvPr/>
        </p:nvSpPr>
        <p:spPr>
          <a:xfrm>
            <a:off x="272008" y="1390262"/>
            <a:ext cx="116661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b="1" dirty="0">
              <a:latin typeface="Constantia"/>
            </a:endParaRPr>
          </a:p>
          <a:p>
            <a:endParaRPr lang="en-US" sz="2000" b="1" dirty="0">
              <a:latin typeface="Constantia"/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BEC36-F006-7F1C-08C9-FE7435136315}"/>
              </a:ext>
            </a:extLst>
          </p:cNvPr>
          <p:cNvSpPr txBox="1"/>
          <p:nvPr/>
        </p:nvSpPr>
        <p:spPr>
          <a:xfrm>
            <a:off x="585919" y="1391518"/>
            <a:ext cx="9838556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onstantia"/>
              </a:rPr>
              <a:t>🎯 </a:t>
            </a:r>
            <a:r>
              <a:rPr lang="en-US" sz="2000" b="1">
                <a:latin typeface="Constantia"/>
              </a:rPr>
              <a:t>Objectives</a:t>
            </a:r>
            <a:endParaRPr lang="en-US" sz="2000">
              <a:latin typeface="Constantia"/>
            </a:endParaRPr>
          </a:p>
          <a:p>
            <a:endParaRPr lang="en-US" sz="2000" b="1" dirty="0">
              <a:latin typeface="Constant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onstantia"/>
              </a:rPr>
              <a:t>To develop an </a:t>
            </a:r>
            <a:r>
              <a:rPr lang="en-US" b="1">
                <a:latin typeface="Constantia"/>
              </a:rPr>
              <a:t>AI-based system</a:t>
            </a:r>
            <a:r>
              <a:rPr lang="en-US">
                <a:latin typeface="Constantia"/>
              </a:rPr>
              <a:t> for detecting traffic violations in congested areas </a:t>
            </a:r>
          </a:p>
          <a:p>
            <a:pPr marL="285750" indent="-285750">
              <a:buFont typeface="Arial,Sans-Serif"/>
              <a:buChar char="•"/>
            </a:pPr>
            <a:endParaRPr lang="en-US" dirty="0">
              <a:latin typeface="Constant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onstantia"/>
              </a:rPr>
              <a:t>To implement </a:t>
            </a:r>
            <a:r>
              <a:rPr lang="en-US" b="1">
                <a:latin typeface="Constantia"/>
              </a:rPr>
              <a:t>real-time video processing</a:t>
            </a:r>
            <a:r>
              <a:rPr lang="en-US">
                <a:latin typeface="Constantia"/>
              </a:rPr>
              <a:t> using camera input </a:t>
            </a:r>
          </a:p>
          <a:p>
            <a:pPr marL="285750" indent="-285750">
              <a:buFont typeface="Arial,Sans-Serif"/>
              <a:buChar char="•"/>
            </a:pPr>
            <a:endParaRPr lang="en-US" dirty="0">
              <a:latin typeface="Constant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onstantia"/>
              </a:rPr>
              <a:t>To identify vehicles involved in violations using </a:t>
            </a:r>
            <a:r>
              <a:rPr lang="en-US" b="1" dirty="0">
                <a:latin typeface="Constantia"/>
              </a:rPr>
              <a:t>basic number plate detection techniques</a:t>
            </a:r>
            <a:r>
              <a:rPr lang="en-US" dirty="0">
                <a:latin typeface="Constantia"/>
              </a:rPr>
              <a:t> </a:t>
            </a:r>
          </a:p>
          <a:p>
            <a:pPr marL="285750" indent="-285750">
              <a:buFont typeface="Arial,Sans-Serif"/>
              <a:buChar char="•"/>
            </a:pPr>
            <a:endParaRPr lang="en-US" dirty="0">
              <a:latin typeface="Constant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onstantia"/>
              </a:rPr>
              <a:t>To generate a </a:t>
            </a:r>
            <a:r>
              <a:rPr lang="en-US" b="1">
                <a:latin typeface="Constantia"/>
              </a:rPr>
              <a:t>simulated automated penalty (challan)</a:t>
            </a:r>
            <a:r>
              <a:rPr lang="en-US">
                <a:latin typeface="Constantia"/>
              </a:rPr>
              <a:t> for detected violations </a:t>
            </a:r>
          </a:p>
          <a:p>
            <a:pPr marL="285750" indent="-285750">
              <a:buFont typeface="Arial,Sans-Serif"/>
              <a:buChar char="•"/>
            </a:pPr>
            <a:endParaRPr lang="en-US" dirty="0">
              <a:latin typeface="Constant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onstantia"/>
              </a:rPr>
              <a:t>To store and manage violation data for </a:t>
            </a:r>
            <a:r>
              <a:rPr lang="en-US" b="1">
                <a:latin typeface="Constantia"/>
              </a:rPr>
              <a:t>monitoring and analysis</a:t>
            </a:r>
            <a:r>
              <a:rPr lang="en-US" dirty="0">
                <a:latin typeface="Constantia"/>
              </a:rPr>
              <a:t> </a:t>
            </a:r>
          </a:p>
          <a:p>
            <a:pPr marL="285750" indent="-285750">
              <a:buFont typeface="Arial,Sans-Serif"/>
              <a:buChar char="•"/>
            </a:pPr>
            <a:endParaRPr lang="en-US" dirty="0">
              <a:latin typeface="Constant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onstantia"/>
              </a:rPr>
              <a:t>To reduce dependency on </a:t>
            </a:r>
            <a:r>
              <a:rPr lang="en-US" b="1">
                <a:latin typeface="Constantia"/>
              </a:rPr>
              <a:t>manual traffic enforcement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781255-437A-9E7E-55FE-E2752156C683}"/>
              </a:ext>
            </a:extLst>
          </p:cNvPr>
          <p:cNvSpPr txBox="1"/>
          <p:nvPr/>
        </p:nvSpPr>
        <p:spPr>
          <a:xfrm>
            <a:off x="683571" y="6396282"/>
            <a:ext cx="22948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04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3446" y="136525"/>
            <a:ext cx="8704693" cy="1325563"/>
          </a:xfrm>
        </p:spPr>
        <p:txBody>
          <a:bodyPr/>
          <a:lstStyle/>
          <a:p>
            <a:r>
              <a:rPr lang="en-US">
                <a:latin typeface="Trebuchet MS" panose="020B0603020202020204" pitchFamily="34" charset="0"/>
                <a:cs typeface="Arial" pitchFamily="34" charset="0"/>
              </a:rPr>
              <a:t>Literature Survey</a:t>
            </a:r>
            <a:endParaRPr lang="en-IN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9" name="Picture 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ooter Placeholder 3"/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755CB394-47C8-F10C-5B2F-D426346742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8773983"/>
              </p:ext>
            </p:extLst>
          </p:nvPr>
        </p:nvGraphicFramePr>
        <p:xfrm>
          <a:off x="302380" y="1112762"/>
          <a:ext cx="11602145" cy="5121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09">
                  <a:extLst>
                    <a:ext uri="{9D8B030D-6E8A-4147-A177-3AD203B41FA5}">
                      <a16:colId xmlns:a16="http://schemas.microsoft.com/office/drawing/2014/main" val="764636423"/>
                    </a:ext>
                  </a:extLst>
                </a:gridCol>
                <a:gridCol w="1670553">
                  <a:extLst>
                    <a:ext uri="{9D8B030D-6E8A-4147-A177-3AD203B41FA5}">
                      <a16:colId xmlns:a16="http://schemas.microsoft.com/office/drawing/2014/main" val="1762667550"/>
                    </a:ext>
                  </a:extLst>
                </a:gridCol>
                <a:gridCol w="1965354">
                  <a:extLst>
                    <a:ext uri="{9D8B030D-6E8A-4147-A177-3AD203B41FA5}">
                      <a16:colId xmlns:a16="http://schemas.microsoft.com/office/drawing/2014/main" val="1935227709"/>
                    </a:ext>
                  </a:extLst>
                </a:gridCol>
                <a:gridCol w="721563">
                  <a:extLst>
                    <a:ext uri="{9D8B030D-6E8A-4147-A177-3AD203B41FA5}">
                      <a16:colId xmlns:a16="http://schemas.microsoft.com/office/drawing/2014/main" val="2975384977"/>
                    </a:ext>
                  </a:extLst>
                </a:gridCol>
                <a:gridCol w="5173366">
                  <a:extLst>
                    <a:ext uri="{9D8B030D-6E8A-4147-A177-3AD203B41FA5}">
                      <a16:colId xmlns:a16="http://schemas.microsoft.com/office/drawing/2014/main" val="3027263319"/>
                    </a:ext>
                  </a:extLst>
                </a:gridCol>
              </a:tblGrid>
              <a:tr h="671447">
                <a:tc>
                  <a:txBody>
                    <a:bodyPr/>
                    <a:lstStyle/>
                    <a:p>
                      <a:pPr algn="ctr"/>
                      <a:r>
                        <a:rPr lang="en-GB" altLang="en-US"/>
                        <a:t>Title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/>
                        <a:t>Authors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/>
                        <a:t>Publication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/>
                        <a:t>Year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/>
                        <a:t>Key-Features</a:t>
                      </a:r>
                    </a:p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065246"/>
                  </a:ext>
                </a:extLst>
              </a:tr>
              <a:tr h="1723571">
                <a:tc>
                  <a:txBody>
                    <a:bodyPr/>
                    <a:lstStyle/>
                    <a:p>
                      <a:pPr marL="342900" lvl="0" indent="-342900" algn="l">
                        <a:buAutoNum type="arabicPeriod"/>
                      </a:pPr>
                      <a:r>
                        <a:rPr lang="en-US" sz="1400" b="0" i="0" u="none" strike="noStrike" noProof="0" dirty="0">
                          <a:latin typeface="Constantia"/>
                          <a:ea typeface="Calibri"/>
                          <a:cs typeface="Calibri"/>
                        </a:rPr>
                        <a:t>AI Based Traffic </a:t>
                      </a:r>
                      <a:r>
                        <a:rPr lang="en-US" sz="1400" b="0" i="0" u="none" strike="noStrike" noProof="0">
                          <a:latin typeface="Constantia"/>
                          <a:ea typeface="Calibri"/>
                          <a:cs typeface="Calibri"/>
                        </a:rPr>
                        <a:t>Violation</a:t>
                      </a:r>
                      <a:r>
                        <a:rPr lang="en-US" sz="1400" b="0" i="0" u="none" strike="noStrike" noProof="0" dirty="0">
                          <a:latin typeface="Constantia"/>
                          <a:ea typeface="Calibri"/>
                          <a:cs typeface="Calibri"/>
                        </a:rPr>
                        <a:t> Detection</a:t>
                      </a:r>
                      <a:endParaRPr lang="en-US" sz="1400" b="0">
                        <a:latin typeface="Constanti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Constantia"/>
                        </a:rPr>
                        <a:t>Rakesh Bhakre, Namrata Madane, Madhur Narkhede</a:t>
                      </a:r>
                      <a:endParaRPr lang="en-US" sz="1400">
                        <a:latin typeface="Constanti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Constantia"/>
                        </a:rPr>
                        <a:t>Research Project Paper, SMT Indira Gandhi College of Engineering</a:t>
                      </a:r>
                      <a:endParaRPr lang="en-US" sz="1200">
                        <a:latin typeface="Constanti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Constantia"/>
                          <a:cs typeface="Times New Roman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latin typeface="Constantia"/>
                          <a:ea typeface="Calibri"/>
                          <a:cs typeface="Calibri"/>
                        </a:rPr>
                        <a:t>Real-time detection of traffic violations using live video feeds</a:t>
                      </a:r>
                      <a:endParaRPr lang="en-US" sz="1400">
                        <a:latin typeface="Constantia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latin typeface="Constantia"/>
                          <a:ea typeface="Calibri"/>
                          <a:cs typeface="Calibri"/>
                        </a:rPr>
                        <a:t>AI-based system using deep learning and computer vision</a:t>
                      </a:r>
                      <a:endParaRPr lang="en-IN" sz="1400">
                        <a:latin typeface="Constantia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 dirty="0">
                          <a:latin typeface="Constantia"/>
                          <a:ea typeface="Calibri"/>
                          <a:cs typeface="Calibri"/>
                        </a:rPr>
                        <a:t>YOLO model for fast and accurate vehicle detection</a:t>
                      </a:r>
                      <a:endParaRPr lang="en-IN" sz="1400">
                        <a:latin typeface="Constantia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latin typeface="Constantia"/>
                          <a:ea typeface="Calibri"/>
                          <a:cs typeface="Calibri"/>
                        </a:rPr>
                        <a:t>Detects multiple violations (signal jumping, helmet absence, lane issues)</a:t>
                      </a:r>
                      <a:endParaRPr lang="en-IN" sz="1400">
                        <a:latin typeface="Constantia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latin typeface="Constantia"/>
                          <a:ea typeface="Calibri"/>
                          <a:cs typeface="Calibri"/>
                        </a:rPr>
                        <a:t>Automatic evidence capture (image, time, location)</a:t>
                      </a:r>
                      <a:endParaRPr lang="en-IN" sz="1400">
                        <a:latin typeface="Constantia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latin typeface="Constantia"/>
                          <a:ea typeface="Calibri"/>
                          <a:cs typeface="Calibri"/>
                        </a:rPr>
                        <a:t>High accuracy (~93%) with real-time performance</a:t>
                      </a:r>
                      <a:endParaRPr lang="en-IN" sz="1400">
                        <a:latin typeface="Constantia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latin typeface="Constantia"/>
                          <a:ea typeface="Calibri"/>
                          <a:cs typeface="Calibri"/>
                        </a:rPr>
                        <a:t>Scalable system supporting multiple cameras and locations</a:t>
                      </a:r>
                      <a:endParaRPr lang="en-IN" sz="1400">
                        <a:latin typeface="Constantia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latin typeface="Constantia"/>
                          <a:ea typeface="Calibri"/>
                          <a:cs typeface="Calibri"/>
                        </a:rPr>
                        <a:t>Reduces human effort and improves traffic enforcement efficiency</a:t>
                      </a:r>
                      <a:endParaRPr lang="en-IN" sz="1400">
                        <a:latin typeface="Constant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890064"/>
                  </a:ext>
                </a:extLst>
              </a:tr>
              <a:tr h="842880">
                <a:tc>
                  <a:txBody>
                    <a:bodyPr/>
                    <a:lstStyle/>
                    <a:p>
                      <a:pPr lvl="0" algn="l" hangingPunct="0"/>
                      <a:r>
                        <a:rPr lang="en-IN" sz="1400" b="1" kern="1200">
                          <a:solidFill>
                            <a:schemeClr val="dk1"/>
                          </a:solidFill>
                          <a:effectLst/>
                          <a:latin typeface="Constantia"/>
                          <a:ea typeface="+mn-ea"/>
                          <a:cs typeface="+mn-cs"/>
                        </a:rPr>
                        <a:t>2</a:t>
                      </a:r>
                      <a:r>
                        <a:rPr lang="en-IN" sz="1400" kern="1200">
                          <a:solidFill>
                            <a:schemeClr val="dk1"/>
                          </a:solidFill>
                          <a:effectLst/>
                          <a:latin typeface="Constantia"/>
                          <a:ea typeface="+mn-ea"/>
                          <a:cs typeface="+mn-cs"/>
                        </a:rPr>
                        <a:t>. </a:t>
                      </a: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Constantia"/>
                        </a:rPr>
                        <a:t>Revolutionizing Urban Mobility: A Systematic Review of AI, IoT, and Predictive Analytics in Adaptive Traffic Control Systems for Road Networks</a:t>
                      </a: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Constantia"/>
                        </a:rPr>
                        <a:t>.</a:t>
                      </a:r>
                      <a:endParaRPr lang="en-IN" sz="1200" kern="1200">
                        <a:solidFill>
                          <a:schemeClr val="dk1"/>
                        </a:solidFill>
                        <a:effectLst/>
                        <a:latin typeface="Constant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da-DK" sz="1400" b="0" i="0" u="none" strike="noStrike" noProof="0" dirty="0">
                          <a:latin typeface="Constantia"/>
                          <a:ea typeface="Calibri"/>
                          <a:cs typeface="Calibri"/>
                        </a:rPr>
                        <a:t>Carmen Gheorghe and </a:t>
                      </a:r>
                      <a:r>
                        <a:rPr lang="da-DK" sz="1400" b="0" i="0" u="none" strike="noStrike" noProof="0">
                          <a:latin typeface="Constantia"/>
                          <a:ea typeface="Calibri"/>
                          <a:cs typeface="Calibri"/>
                        </a:rPr>
                        <a:t>Adrian Soica</a:t>
                      </a:r>
                      <a:endParaRPr lang="en-US" sz="1400">
                        <a:latin typeface="Constanti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Constantia"/>
                        </a:rPr>
                        <a:t>              MDPI</a:t>
                      </a:r>
                      <a:endParaRPr lang="en-US" sz="1400">
                        <a:latin typeface="Constanti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Constantia"/>
                          <a:cs typeface="Times New Roman"/>
                        </a:rPr>
                        <a:t>2025</a:t>
                      </a:r>
                      <a:endParaRPr lang="en-IN" sz="1400">
                        <a:latin typeface="Constanti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latin typeface="Constantia"/>
                        </a:rPr>
                        <a:t>AI reductions in traffic delays up to 30% via machine learning, reinforcement learning, and deep neural networks.</a:t>
                      </a:r>
                      <a:endParaRPr lang="en-US" sz="1400">
                        <a:latin typeface="Constantia"/>
                      </a:endParaRPr>
                    </a:p>
                    <a:p>
                      <a:pPr marL="171450" lvl="0" indent="-1714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latin typeface="Constantia"/>
                        </a:rPr>
                        <a:t>Covers IoT for real-time sensors, V2X communication, and emergency vehicle priority systems.</a:t>
                      </a:r>
                      <a:endParaRPr lang="en-US" sz="1400">
                        <a:latin typeface="Constantia"/>
                      </a:endParaRPr>
                    </a:p>
                    <a:p>
                      <a:pPr marL="171450" lvl="0" indent="-1714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latin typeface="Constantia"/>
                        </a:rPr>
                        <a:t>Examines predictive analytics for congestion forecasting, event-based management, and weather-responsive controls.</a:t>
                      </a:r>
                      <a:endParaRPr lang="en-US" sz="1400">
                        <a:latin typeface="Constantia"/>
                      </a:endParaRPr>
                    </a:p>
                    <a:p>
                      <a:pPr marL="171450" lvl="0" indent="-1714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chemeClr val="dk1"/>
                          </a:solidFill>
                          <a:latin typeface="Constantia"/>
                        </a:rPr>
                        <a:t>Includes bibliometric analysis with </a:t>
                      </a:r>
                      <a:r>
                        <a:rPr lang="en-US" sz="1400" b="0" i="0" u="none" strike="noStrike" kern="1200" noProof="0" dirty="0" err="1">
                          <a:solidFill>
                            <a:schemeClr val="dk1"/>
                          </a:solidFill>
                          <a:latin typeface="Constantia"/>
                        </a:rPr>
                        <a:t>VOSviewer</a:t>
                      </a:r>
                      <a:r>
                        <a:rPr lang="en-US" sz="1400" b="0" i="0" u="none" strike="noStrike" kern="1200" noProof="0" dirty="0">
                          <a:solidFill>
                            <a:schemeClr val="dk1"/>
                          </a:solidFill>
                          <a:latin typeface="Constantia"/>
                        </a:rPr>
                        <a:t> for keyword co-occurrence </a:t>
                      </a:r>
                      <a:endParaRPr lang="en-US" sz="1400">
                        <a:latin typeface="Constantia"/>
                      </a:endParaRPr>
                    </a:p>
                    <a:p>
                      <a:pPr marL="171450" lvl="0" indent="-1714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chemeClr val="dk1"/>
                          </a:solidFill>
                          <a:latin typeface="Constantia"/>
                        </a:rPr>
                        <a:t>Discusses limitations like high costs, infrastructure needs, and future directions</a:t>
                      </a:r>
                      <a:endParaRPr lang="en-US" sz="1400">
                        <a:latin typeface="Constant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7141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474FD15-7C47-60D9-4562-006E55F08893}"/>
              </a:ext>
            </a:extLst>
          </p:cNvPr>
          <p:cNvSpPr txBox="1"/>
          <p:nvPr/>
        </p:nvSpPr>
        <p:spPr>
          <a:xfrm>
            <a:off x="609274" y="6389464"/>
            <a:ext cx="2660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84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9935F-4405-FAC5-DC94-011CAC01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0566E-DCF9-0231-5BAA-C0960F3C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3446" y="136525"/>
            <a:ext cx="8704693" cy="1325563"/>
          </a:xfrm>
        </p:spPr>
        <p:txBody>
          <a:bodyPr/>
          <a:lstStyle/>
          <a:p>
            <a:r>
              <a:rPr lang="en-US">
                <a:latin typeface="Trebuchet MS" panose="020B0603020202020204" pitchFamily="34" charset="0"/>
                <a:cs typeface="Arial" pitchFamily="34" charset="0"/>
              </a:rPr>
              <a:t>Literature Survey</a:t>
            </a:r>
            <a:endParaRPr lang="en-IN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F4AD3-5000-52C5-E6B7-0C7F674E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1277DD-BFE9-3FDB-F72D-E2A45B6285F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303F0EC-1478-5C40-87C9-25E1B3B3E077}"/>
              </a:ext>
            </a:extLst>
          </p:cNvPr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66099F8-8992-108C-37A0-D3B49F8F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698E0E77-CB85-B904-83E8-715B79EE9D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0782691"/>
              </p:ext>
            </p:extLst>
          </p:nvPr>
        </p:nvGraphicFramePr>
        <p:xfrm>
          <a:off x="411238" y="1466315"/>
          <a:ext cx="11572064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366">
                  <a:extLst>
                    <a:ext uri="{9D8B030D-6E8A-4147-A177-3AD203B41FA5}">
                      <a16:colId xmlns:a16="http://schemas.microsoft.com/office/drawing/2014/main" val="764636423"/>
                    </a:ext>
                  </a:extLst>
                </a:gridCol>
                <a:gridCol w="1715400">
                  <a:extLst>
                    <a:ext uri="{9D8B030D-6E8A-4147-A177-3AD203B41FA5}">
                      <a16:colId xmlns:a16="http://schemas.microsoft.com/office/drawing/2014/main" val="1762667550"/>
                    </a:ext>
                  </a:extLst>
                </a:gridCol>
                <a:gridCol w="2018115">
                  <a:extLst>
                    <a:ext uri="{9D8B030D-6E8A-4147-A177-3AD203B41FA5}">
                      <a16:colId xmlns:a16="http://schemas.microsoft.com/office/drawing/2014/main" val="1935227709"/>
                    </a:ext>
                  </a:extLst>
                </a:gridCol>
                <a:gridCol w="740934">
                  <a:extLst>
                    <a:ext uri="{9D8B030D-6E8A-4147-A177-3AD203B41FA5}">
                      <a16:colId xmlns:a16="http://schemas.microsoft.com/office/drawing/2014/main" val="2975384977"/>
                    </a:ext>
                  </a:extLst>
                </a:gridCol>
                <a:gridCol w="5312249">
                  <a:extLst>
                    <a:ext uri="{9D8B030D-6E8A-4147-A177-3AD203B41FA5}">
                      <a16:colId xmlns:a16="http://schemas.microsoft.com/office/drawing/2014/main" val="3027263319"/>
                    </a:ext>
                  </a:extLst>
                </a:gridCol>
              </a:tblGrid>
              <a:tr h="633837">
                <a:tc>
                  <a:txBody>
                    <a:bodyPr/>
                    <a:lstStyle/>
                    <a:p>
                      <a:pPr algn="ctr"/>
                      <a:r>
                        <a:rPr lang="en-GB" altLang="en-US"/>
                        <a:t>Title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/>
                        <a:t>Authors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/>
                        <a:t>Publication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/>
                        <a:t>Year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/>
                        <a:t>Key-Features</a:t>
                      </a:r>
                    </a:p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065246"/>
                  </a:ext>
                </a:extLst>
              </a:tr>
              <a:tr h="282345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400" b="0" i="0" u="none" strike="noStrike" noProof="0">
                          <a:latin typeface="Constantia"/>
                          <a:ea typeface="Calibri"/>
                          <a:cs typeface="Calibri"/>
                        </a:rPr>
                        <a:t>3. </a:t>
                      </a:r>
                      <a:r>
                        <a:rPr lang="en-US" sz="1400" b="0" i="0" u="none" strike="noStrike" noProof="0">
                          <a:latin typeface="Constantia"/>
                        </a:rPr>
                        <a:t>AIOT-BASED SMART TRAFFIC MANAGEMENT SYSTEM </a:t>
                      </a:r>
                      <a:endParaRPr lang="en-US" sz="1400" b="0" i="0" u="none" strike="noStrike" noProof="0">
                        <a:latin typeface="Constantia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Constantia"/>
                          <a:ea typeface="Calibri"/>
                          <a:cs typeface="Calibri"/>
                        </a:rPr>
                        <a:t>Ahmed Mahmoud Elbasha Mohammad M. Abdellatif</a:t>
                      </a:r>
                      <a:endParaRPr lang="en-US" sz="1400">
                        <a:latin typeface="Constanti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Constantia"/>
                          <a:ea typeface="Calibri"/>
                          <a:cs typeface="Calibri"/>
                        </a:rPr>
                        <a:t>Electrical Engineering Department, Faculty of Engineering, The British University in Egypt, Cairo, Egypt</a:t>
                      </a:r>
                      <a:endParaRPr lang="en-US" sz="1400">
                        <a:latin typeface="Constanti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2025</a:t>
                      </a:r>
                      <a:endParaRPr lang="en-IN" sz="14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latin typeface="Constantia"/>
                        </a:rPr>
                        <a:t>The system uses </a:t>
                      </a:r>
                      <a:r>
                        <a:rPr lang="en-IN" sz="1400" b="1" i="0" u="none" strike="noStrike" noProof="0">
                          <a:latin typeface="Constantia"/>
                        </a:rPr>
                        <a:t>AI and computer vision (YOLO)</a:t>
                      </a:r>
                      <a:r>
                        <a:rPr lang="en-IN" sz="1400" b="0" i="0" u="none" strike="noStrike" noProof="0">
                          <a:latin typeface="Constantia"/>
                        </a:rPr>
                        <a:t> to detect and classify vehicles from real-time CCTV footage. </a:t>
                      </a:r>
                      <a:endParaRPr lang="en-US" sz="1400">
                        <a:latin typeface="Constantia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latin typeface="Constantia"/>
                        </a:rPr>
                        <a:t>It calculates </a:t>
                      </a:r>
                      <a:r>
                        <a:rPr lang="en-IN" sz="1400" b="1" i="0" u="none" strike="noStrike" noProof="0">
                          <a:latin typeface="Constantia"/>
                        </a:rPr>
                        <a:t>traffic density by counting vehicles</a:t>
                      </a:r>
                      <a:r>
                        <a:rPr lang="en-IN" sz="1400" b="0" i="0" u="none" strike="noStrike" noProof="0">
                          <a:latin typeface="Constantia"/>
                        </a:rPr>
                        <a:t>, which helps in understanding congestion levels. </a:t>
                      </a:r>
                      <a:endParaRPr lang="en-IN" sz="1400">
                        <a:latin typeface="Constantia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latin typeface="Constantia"/>
                        </a:rPr>
                        <a:t>The proposed system implements an </a:t>
                      </a:r>
                      <a:r>
                        <a:rPr lang="en-IN" sz="1400" b="1" i="0" u="none" strike="noStrike" noProof="0">
                          <a:latin typeface="Constantia"/>
                        </a:rPr>
                        <a:t>adaptive traffic control mechanism</a:t>
                      </a:r>
                      <a:r>
                        <a:rPr lang="en-IN" sz="1400" b="0" i="0" u="none" strike="noStrike" noProof="0">
                          <a:latin typeface="Constantia"/>
                        </a:rPr>
                        <a:t> that dynamically adjusts signal timings based on real-time traffic conditions. </a:t>
                      </a:r>
                      <a:endParaRPr lang="en-IN" sz="1400">
                        <a:latin typeface="Constantia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 dirty="0">
                          <a:latin typeface="Constantia"/>
                        </a:rPr>
                        <a:t>It eliminates the need for additional hardware by utilizing </a:t>
                      </a:r>
                      <a:r>
                        <a:rPr lang="en-IN" sz="1400" b="1" i="0" u="none" strike="noStrike" noProof="0" dirty="0">
                          <a:latin typeface="Constantia"/>
                        </a:rPr>
                        <a:t>existing CCTV infrastructure</a:t>
                      </a:r>
                      <a:r>
                        <a:rPr lang="en-IN" sz="1400" b="0" i="0" u="none" strike="noStrike" noProof="0" dirty="0">
                          <a:latin typeface="Constantia"/>
                        </a:rPr>
                        <a:t>, making it cost-effective. </a:t>
                      </a:r>
                      <a:endParaRPr lang="en-IN" sz="1400">
                        <a:latin typeface="Constantia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 dirty="0">
                          <a:latin typeface="Constantia"/>
                        </a:rPr>
                        <a:t>A </a:t>
                      </a:r>
                      <a:r>
                        <a:rPr lang="en-IN" sz="1400" b="1" i="0" u="none" strike="noStrike" noProof="0" dirty="0">
                          <a:latin typeface="Constantia"/>
                        </a:rPr>
                        <a:t>signal switching algorithm</a:t>
                      </a:r>
                      <a:r>
                        <a:rPr lang="en-IN" sz="1400" b="0" i="0" u="none" strike="noStrike" noProof="0" dirty="0">
                          <a:latin typeface="Constantia"/>
                        </a:rPr>
                        <a:t> determines green signal duration using factors like vehicle count, vehicle type, and number of lanes. </a:t>
                      </a:r>
                      <a:endParaRPr lang="en-IN" sz="1400">
                        <a:latin typeface="Constantia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IN" sz="1400" b="0" i="0" u="none" strike="noStrike" noProof="0">
                          <a:latin typeface="Constantia"/>
                        </a:rPr>
                        <a:t>Simulation results show that the system improves traffic flow efficiency by </a:t>
                      </a:r>
                      <a:r>
                        <a:rPr lang="en-IN" sz="1400" b="1" i="0" u="none" strike="noStrike" noProof="0">
                          <a:latin typeface="Constantia"/>
                        </a:rPr>
                        <a:t>approximately 34% compared to traditional static systems</a:t>
                      </a:r>
                      <a:r>
                        <a:rPr lang="en-IN" sz="1400" b="0" i="0" u="none" strike="noStrike" noProof="0">
                          <a:latin typeface="Constantia"/>
                        </a:rPr>
                        <a:t>.</a:t>
                      </a:r>
                      <a:endParaRPr lang="en-IN" sz="1400">
                        <a:latin typeface="Constant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89006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27E295E-BCB6-C352-C99B-C4BBE739B2F1}"/>
              </a:ext>
            </a:extLst>
          </p:cNvPr>
          <p:cNvSpPr txBox="1"/>
          <p:nvPr/>
        </p:nvSpPr>
        <p:spPr>
          <a:xfrm>
            <a:off x="609274" y="6389464"/>
            <a:ext cx="2660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47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0364" y="136525"/>
            <a:ext cx="9477775" cy="1325563"/>
          </a:xfrm>
        </p:spPr>
        <p:txBody>
          <a:bodyPr>
            <a:normAutofit/>
          </a:bodyPr>
          <a:lstStyle/>
          <a:p>
            <a:r>
              <a:rPr lang="en-US" sz="3600">
                <a:latin typeface="Trebuchet MS" panose="020B0603020202020204" pitchFamily="34" charset="0"/>
                <a:cs typeface="Arial" pitchFamily="34" charset="0"/>
              </a:rPr>
              <a:t>Possible List of Solutions &amp; Block diagram</a:t>
            </a:r>
            <a:endParaRPr lang="ko-KR" altLang="en-US" sz="3600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9" name="Picture 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ooter Placeholder 3"/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8948A5-BED4-66B2-E527-55340CD07818}"/>
              </a:ext>
            </a:extLst>
          </p:cNvPr>
          <p:cNvSpPr txBox="1"/>
          <p:nvPr/>
        </p:nvSpPr>
        <p:spPr>
          <a:xfrm>
            <a:off x="341845" y="1147624"/>
            <a:ext cx="11317532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 </a:t>
            </a:r>
            <a:r>
              <a:rPr lang="en-IN" sz="2000">
                <a:solidFill>
                  <a:srgbClr val="121429"/>
                </a:solidFill>
                <a:latin typeface="Constantia"/>
              </a:rPr>
              <a:t>💡</a:t>
            </a:r>
            <a:r>
              <a:rPr lang="en-US" sz="2000" b="1">
                <a:latin typeface="Constantia"/>
              </a:rPr>
              <a:t>Possible Solutions</a:t>
            </a:r>
            <a:endParaRPr lang="en-US" sz="2000">
              <a:latin typeface="Constantia"/>
            </a:endParaRPr>
          </a:p>
          <a:p>
            <a:endParaRPr lang="en-US" sz="2000" b="1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tantia"/>
                <a:ea typeface="+mn-lt"/>
                <a:cs typeface="+mn-lt"/>
              </a:rPr>
              <a:t>Implementation of </a:t>
            </a:r>
            <a:r>
              <a:rPr lang="en-US" b="1">
                <a:latin typeface="Constantia"/>
                <a:ea typeface="+mn-lt"/>
                <a:cs typeface="+mn-lt"/>
              </a:rPr>
              <a:t>AI-based traffic monitoring systems</a:t>
            </a:r>
            <a:r>
              <a:rPr lang="en-US">
                <a:latin typeface="Constantia"/>
                <a:ea typeface="+mn-lt"/>
                <a:cs typeface="+mn-lt"/>
              </a:rPr>
              <a:t> for automated violation detection </a:t>
            </a:r>
            <a:endParaRPr lang="en-US">
              <a:latin typeface="Constantia"/>
            </a:endParaRPr>
          </a:p>
          <a:p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tantia"/>
                <a:ea typeface="+mn-lt"/>
                <a:cs typeface="+mn-lt"/>
              </a:rPr>
              <a:t>Use of </a:t>
            </a:r>
            <a:r>
              <a:rPr lang="en-US" b="1">
                <a:latin typeface="Constantia"/>
                <a:ea typeface="+mn-lt"/>
                <a:cs typeface="+mn-lt"/>
              </a:rPr>
              <a:t>computer vision techniques</a:t>
            </a:r>
            <a:r>
              <a:rPr lang="en-US">
                <a:latin typeface="Constantia"/>
                <a:ea typeface="+mn-lt"/>
                <a:cs typeface="+mn-lt"/>
              </a:rPr>
              <a:t> to analyze real-time video feeds </a:t>
            </a:r>
            <a:endParaRPr lang="en-US">
              <a:latin typeface="Constantia"/>
            </a:endParaRPr>
          </a:p>
          <a:p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tantia"/>
                <a:ea typeface="+mn-lt"/>
                <a:cs typeface="+mn-lt"/>
              </a:rPr>
              <a:t>Deployment of </a:t>
            </a:r>
            <a:r>
              <a:rPr lang="en-US" b="1">
                <a:latin typeface="Constantia"/>
                <a:ea typeface="+mn-lt"/>
                <a:cs typeface="+mn-lt"/>
              </a:rPr>
              <a:t>camera-based surveillance systems</a:t>
            </a:r>
            <a:r>
              <a:rPr lang="en-US">
                <a:latin typeface="Constantia"/>
                <a:ea typeface="+mn-lt"/>
                <a:cs typeface="+mn-lt"/>
              </a:rPr>
              <a:t> at critical traffic points </a:t>
            </a:r>
            <a:endParaRPr lang="en-US">
              <a:latin typeface="Constantia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onstantia"/>
                <a:ea typeface="+mn-lt"/>
                <a:cs typeface="+mn-lt"/>
              </a:rPr>
              <a:t>Integration of </a:t>
            </a:r>
            <a:r>
              <a:rPr lang="en-US" b="1" dirty="0">
                <a:latin typeface="Constantia"/>
                <a:ea typeface="+mn-lt"/>
                <a:cs typeface="+mn-lt"/>
              </a:rPr>
              <a:t>object detection models (YOLO)</a:t>
            </a:r>
            <a:r>
              <a:rPr lang="en-US" dirty="0">
                <a:latin typeface="Constantia"/>
                <a:ea typeface="+mn-lt"/>
                <a:cs typeface="+mn-lt"/>
              </a:rPr>
              <a:t> for identifying vehicles and violations </a:t>
            </a:r>
            <a:endParaRPr lang="en-US">
              <a:latin typeface="Constantia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tantia"/>
                <a:ea typeface="+mn-lt"/>
                <a:cs typeface="+mn-lt"/>
              </a:rPr>
              <a:t>Development of a </a:t>
            </a:r>
            <a:r>
              <a:rPr lang="en-US" b="1">
                <a:latin typeface="Constantia"/>
                <a:ea typeface="+mn-lt"/>
                <a:cs typeface="+mn-lt"/>
              </a:rPr>
              <a:t>centralized system</a:t>
            </a:r>
            <a:r>
              <a:rPr lang="en-US">
                <a:latin typeface="Constantia"/>
                <a:ea typeface="+mn-lt"/>
                <a:cs typeface="+mn-lt"/>
              </a:rPr>
              <a:t> for storing and managing violation data </a:t>
            </a:r>
            <a:endParaRPr lang="en-US">
              <a:latin typeface="Constantia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tantia"/>
                <a:ea typeface="+mn-lt"/>
                <a:cs typeface="+mn-lt"/>
              </a:rPr>
              <a:t>Generation of </a:t>
            </a:r>
            <a:r>
              <a:rPr lang="en-US" b="1">
                <a:latin typeface="Constantia"/>
                <a:ea typeface="+mn-lt"/>
                <a:cs typeface="+mn-lt"/>
              </a:rPr>
              <a:t>automated alerts or penalty notifications (challan simulation)</a:t>
            </a:r>
            <a:endParaRPr lang="en-US">
              <a:latin typeface="Constant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FDABA-DDAF-1F57-7343-2F8475265D43}"/>
              </a:ext>
            </a:extLst>
          </p:cNvPr>
          <p:cNvSpPr txBox="1"/>
          <p:nvPr/>
        </p:nvSpPr>
        <p:spPr>
          <a:xfrm>
            <a:off x="609274" y="6389464"/>
            <a:ext cx="2660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60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D3B20-4F30-F46A-FB56-F6DEF1552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EE7DF-C208-A942-FB2C-E8F0B2835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364" y="136525"/>
            <a:ext cx="9477775" cy="1325563"/>
          </a:xfrm>
        </p:spPr>
        <p:txBody>
          <a:bodyPr>
            <a:normAutofit/>
          </a:bodyPr>
          <a:lstStyle/>
          <a:p>
            <a:r>
              <a:rPr lang="en-US" sz="3600">
                <a:latin typeface="Trebuchet MS" panose="020B0603020202020204" pitchFamily="34" charset="0"/>
                <a:cs typeface="Arial" pitchFamily="34" charset="0"/>
              </a:rPr>
              <a:t>Possible List of Solutions &amp; Block diagram</a:t>
            </a:r>
            <a:endParaRPr lang="ko-KR" altLang="en-US" sz="3600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8B0B5-3911-DF88-313E-8C036BAA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AD8129-02D3-3FD7-FBFF-B1533786C35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4B5F506-7A42-D230-350C-E64FB0BF3D4E}"/>
              </a:ext>
            </a:extLst>
          </p:cNvPr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ACC87A34-76D9-A8B5-406E-D84EDC31C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A478D-55ED-1A2F-F1BE-89D59359F582}"/>
              </a:ext>
            </a:extLst>
          </p:cNvPr>
          <p:cNvSpPr txBox="1"/>
          <p:nvPr/>
        </p:nvSpPr>
        <p:spPr>
          <a:xfrm>
            <a:off x="341845" y="1147624"/>
            <a:ext cx="113175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 </a:t>
            </a:r>
            <a:endParaRPr lang="en-US" sz="2000" b="1">
              <a:latin typeface="Constant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3D5EDA-CC92-7743-2507-2E26888B81C2}"/>
              </a:ext>
            </a:extLst>
          </p:cNvPr>
          <p:cNvSpPr txBox="1"/>
          <p:nvPr/>
        </p:nvSpPr>
        <p:spPr>
          <a:xfrm>
            <a:off x="476059" y="1257284"/>
            <a:ext cx="11449833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🔷 </a:t>
            </a:r>
            <a:r>
              <a:rPr lang="en-US" sz="2000" b="1"/>
              <a:t>BLOCK DIAGRAM </a:t>
            </a:r>
            <a:endParaRPr lang="en-US" sz="2000"/>
          </a:p>
          <a:p>
            <a:r>
              <a:rPr lang="en-US" b="1" dirty="0"/>
              <a:t>       </a:t>
            </a:r>
            <a:r>
              <a:rPr lang="en-US"/>
              <a:t> System Flow</a:t>
            </a:r>
          </a:p>
          <a:p>
            <a:r>
              <a:rPr lang="en-US" b="1" dirty="0">
                <a:ea typeface="+mn-lt"/>
                <a:cs typeface="+mn-lt"/>
              </a:rPr>
              <a:t>                                                                                             Camera Input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                                                        ⬇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                              Video Frame Capture (OpenCV)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                                                        ⬇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                Preprocessing (Frame Extraction &amp; Enhancement)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                                                        ⬇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                           Object Detection (YOLO + PyTorch)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                                                        ⬇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                                 Violation Detection Logic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                                                       ⬇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                     Output Display (Alerts / Visual Indicators)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                                                       ⬇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                                   Data Storage (Future Scope – MySQL)</a:t>
            </a:r>
            <a:endParaRPr lang="en-US" dirty="0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B755C-09BA-E464-E658-98BE456814C9}"/>
              </a:ext>
            </a:extLst>
          </p:cNvPr>
          <p:cNvSpPr txBox="1"/>
          <p:nvPr/>
        </p:nvSpPr>
        <p:spPr>
          <a:xfrm>
            <a:off x="609274" y="6389464"/>
            <a:ext cx="2660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79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6988" y="136525"/>
            <a:ext cx="9461151" cy="1325563"/>
          </a:xfrm>
        </p:spPr>
        <p:txBody>
          <a:bodyPr>
            <a:normAutofit/>
          </a:bodyPr>
          <a:lstStyle/>
          <a:p>
            <a:r>
              <a:rPr lang="en-US" sz="3600">
                <a:latin typeface="Trebuchet MS" panose="020B0603020202020204" pitchFamily="34" charset="0"/>
                <a:cs typeface="Arial" pitchFamily="34" charset="0"/>
              </a:rPr>
              <a:t>Methodology/Prototype development plan</a:t>
            </a:r>
            <a:endParaRPr lang="ko-KR" altLang="en-US" sz="3600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9" name="Picture 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ooter Placeholder 3"/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71C10A-232E-C88B-C310-3FB62D88FE68}"/>
              </a:ext>
            </a:extLst>
          </p:cNvPr>
          <p:cNvSpPr txBox="1"/>
          <p:nvPr/>
        </p:nvSpPr>
        <p:spPr>
          <a:xfrm>
            <a:off x="781225" y="1281697"/>
            <a:ext cx="10461095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onstantia"/>
              </a:rPr>
              <a:t>⚙️ </a:t>
            </a:r>
            <a:r>
              <a:rPr lang="en-US" sz="2000" b="1">
                <a:latin typeface="Constantia"/>
              </a:rPr>
              <a:t>Methodology </a:t>
            </a:r>
            <a:endParaRPr lang="en-US" sz="2000">
              <a:latin typeface="Constantia"/>
            </a:endParaRPr>
          </a:p>
          <a:p>
            <a:endParaRPr lang="en-US" sz="2000" b="1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onstantia"/>
                <a:ea typeface="+mn-lt"/>
                <a:cs typeface="+mn-lt"/>
              </a:rPr>
              <a:t>Data Acquisition:</a:t>
            </a:r>
            <a:r>
              <a:rPr lang="en-US">
                <a:latin typeface="Constantia"/>
                <a:ea typeface="+mn-lt"/>
                <a:cs typeface="+mn-lt"/>
              </a:rPr>
              <a:t> Capture real-time video input using camera modules for traffic monitoring </a:t>
            </a:r>
            <a:endParaRPr lang="en-US">
              <a:latin typeface="Constantia"/>
            </a:endParaRPr>
          </a:p>
          <a:p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onstantia"/>
                <a:ea typeface="+mn-lt"/>
                <a:cs typeface="+mn-lt"/>
              </a:rPr>
              <a:t>Preprocessing:</a:t>
            </a:r>
            <a:r>
              <a:rPr lang="en-US">
                <a:latin typeface="Constantia"/>
                <a:ea typeface="+mn-lt"/>
                <a:cs typeface="+mn-lt"/>
              </a:rPr>
              <a:t> Extract and process video frames using OpenCV to enhance quality and efficiency </a:t>
            </a:r>
            <a:endParaRPr lang="en-US">
              <a:latin typeface="Constantia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onstantia"/>
                <a:ea typeface="+mn-lt"/>
                <a:cs typeface="+mn-lt"/>
              </a:rPr>
              <a:t>Object Detection:</a:t>
            </a:r>
            <a:r>
              <a:rPr lang="en-US" dirty="0">
                <a:latin typeface="Constantia"/>
                <a:ea typeface="+mn-lt"/>
                <a:cs typeface="+mn-lt"/>
              </a:rPr>
              <a:t> Utilize YOLO-based model to detect vehicles and relevant objects in each frame </a:t>
            </a:r>
            <a:endParaRPr lang="en-US" dirty="0">
              <a:latin typeface="Constantia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onstantia"/>
                <a:ea typeface="+mn-lt"/>
                <a:cs typeface="+mn-lt"/>
              </a:rPr>
              <a:t>Violation Detection:</a:t>
            </a:r>
            <a:r>
              <a:rPr lang="en-US" dirty="0">
                <a:latin typeface="Constantia"/>
                <a:ea typeface="+mn-lt"/>
                <a:cs typeface="+mn-lt"/>
              </a:rPr>
              <a:t> Apply logical conditions to identify violations such as helmet absence and signal violations </a:t>
            </a:r>
            <a:endParaRPr lang="en-US" dirty="0">
              <a:latin typeface="Constantia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onstantia"/>
                <a:ea typeface="+mn-lt"/>
                <a:cs typeface="+mn-lt"/>
              </a:rPr>
              <a:t>Result Generation:</a:t>
            </a:r>
            <a:r>
              <a:rPr lang="en-US">
                <a:latin typeface="Constantia"/>
                <a:ea typeface="+mn-lt"/>
                <a:cs typeface="+mn-lt"/>
              </a:rPr>
              <a:t> Display detected violations with visual indicators or alerts in real time </a:t>
            </a:r>
            <a:endParaRPr lang="en-US">
              <a:latin typeface="Constantia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onstantia"/>
                <a:ea typeface="+mn-lt"/>
                <a:cs typeface="+mn-lt"/>
              </a:rPr>
              <a:t>Data Management (Future Scope):</a:t>
            </a:r>
            <a:r>
              <a:rPr lang="en-US">
                <a:latin typeface="Constantia"/>
                <a:ea typeface="+mn-lt"/>
                <a:cs typeface="+mn-lt"/>
              </a:rPr>
              <a:t> Store violation data for tracking and further analysis</a:t>
            </a:r>
            <a:endParaRPr lang="en-US">
              <a:latin typeface="Constantia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E1E34-9EFE-CB98-D519-1CE718392942}"/>
              </a:ext>
            </a:extLst>
          </p:cNvPr>
          <p:cNvSpPr txBox="1"/>
          <p:nvPr/>
        </p:nvSpPr>
        <p:spPr>
          <a:xfrm>
            <a:off x="609274" y="6389464"/>
            <a:ext cx="2660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9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A72F-1A7F-01E7-346F-973258FB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7330-513C-59DC-6159-FACDE1EA1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6988" y="136525"/>
            <a:ext cx="9461151" cy="1325563"/>
          </a:xfrm>
        </p:spPr>
        <p:txBody>
          <a:bodyPr>
            <a:normAutofit/>
          </a:bodyPr>
          <a:lstStyle/>
          <a:p>
            <a:r>
              <a:rPr lang="en-US" sz="3600">
                <a:latin typeface="Trebuchet MS" panose="020B0603020202020204" pitchFamily="34" charset="0"/>
                <a:cs typeface="Arial" pitchFamily="34" charset="0"/>
              </a:rPr>
              <a:t>Methodology/Prototype development plan</a:t>
            </a:r>
            <a:endParaRPr lang="ko-KR" altLang="en-US" sz="3600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3E3A3-26E4-2E87-4A72-6D53C3D69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B99868-C85A-1E8C-C86E-F227E2021C5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4A4CF2BD-02E9-294A-8055-6C605E948E7F}"/>
              </a:ext>
            </a:extLst>
          </p:cNvPr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11317BDA-8280-D544-50A4-0B6FACD55C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43A955-9C37-B79B-FC06-55C1B12A206E}"/>
              </a:ext>
            </a:extLst>
          </p:cNvPr>
          <p:cNvSpPr txBox="1"/>
          <p:nvPr/>
        </p:nvSpPr>
        <p:spPr>
          <a:xfrm>
            <a:off x="781225" y="1281697"/>
            <a:ext cx="5205249" cy="48628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onstantia"/>
              </a:rPr>
              <a:t>🛠️ </a:t>
            </a:r>
            <a:r>
              <a:rPr lang="en-US" sz="2000" b="1">
                <a:latin typeface="Constantia"/>
              </a:rPr>
              <a:t>Prototype Development Plan</a:t>
            </a:r>
            <a:endParaRPr lang="en-US" sz="2000">
              <a:latin typeface="Constantia"/>
            </a:endParaRPr>
          </a:p>
          <a:p>
            <a:endParaRPr lang="en-US" sz="2000" b="1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onstantia"/>
                <a:ea typeface="+mn-lt"/>
                <a:cs typeface="+mn-lt"/>
              </a:rPr>
              <a:t>Phase 1: Environment Setup</a:t>
            </a:r>
            <a:br>
              <a:rPr lang="en-US" b="1" dirty="0">
                <a:latin typeface="Constantia"/>
                <a:ea typeface="+mn-lt"/>
                <a:cs typeface="+mn-lt"/>
              </a:rPr>
            </a:br>
            <a:r>
              <a:rPr lang="en-US" b="1" dirty="0">
                <a:latin typeface="Constantia"/>
                <a:ea typeface="+mn-lt"/>
                <a:cs typeface="+mn-lt"/>
              </a:rPr>
              <a:t> </a:t>
            </a:r>
            <a:r>
              <a:rPr lang="en-US" dirty="0" err="1">
                <a:latin typeface="Constantia"/>
                <a:ea typeface="+mn-lt"/>
                <a:cs typeface="+mn-lt"/>
              </a:rPr>
              <a:t>Setup</a:t>
            </a:r>
            <a:r>
              <a:rPr lang="en-US" dirty="0">
                <a:latin typeface="Constantia"/>
                <a:ea typeface="+mn-lt"/>
                <a:cs typeface="+mn-lt"/>
              </a:rPr>
              <a:t> development environment and implement basic video capture using OpenCV 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onstantia"/>
                <a:ea typeface="+mn-lt"/>
                <a:cs typeface="+mn-lt"/>
              </a:rPr>
              <a:t>Phase 2: Object Detection Implementation</a:t>
            </a:r>
            <a:br>
              <a:rPr lang="en-US" b="1" dirty="0">
                <a:latin typeface="Constantia"/>
                <a:ea typeface="+mn-lt"/>
                <a:cs typeface="+mn-lt"/>
              </a:rPr>
            </a:br>
            <a:r>
              <a:rPr lang="en-US" dirty="0">
                <a:latin typeface="Constantia"/>
                <a:ea typeface="+mn-lt"/>
                <a:cs typeface="+mn-lt"/>
              </a:rPr>
              <a:t> Integrate YOLO model using PyTorch for real-time vehicle detection </a:t>
            </a:r>
            <a:endParaRPr lang="en-US" dirty="0">
              <a:latin typeface="Constantia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onstantia"/>
                <a:ea typeface="+mn-lt"/>
                <a:cs typeface="+mn-lt"/>
              </a:rPr>
              <a:t>Phase 3: Violation Detection Logic</a:t>
            </a:r>
            <a:br>
              <a:rPr lang="en-US" b="1" dirty="0">
                <a:latin typeface="Constantia"/>
                <a:ea typeface="+mn-lt"/>
                <a:cs typeface="+mn-lt"/>
              </a:rPr>
            </a:br>
            <a:r>
              <a:rPr lang="en-US" dirty="0">
                <a:latin typeface="Constantia"/>
                <a:ea typeface="+mn-lt"/>
                <a:cs typeface="+mn-lt"/>
              </a:rPr>
              <a:t> Develop logic to identify violations such as helmet absence and signal violations </a:t>
            </a:r>
          </a:p>
          <a:p>
            <a:endParaRPr lang="en-US" dirty="0">
              <a:latin typeface="Constantia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b="1">
                <a:latin typeface="Constantia"/>
                <a:ea typeface="Calibri"/>
                <a:cs typeface="Calibri"/>
              </a:rPr>
              <a:t>Phase 4: System Integration &amp; Testing</a:t>
            </a:r>
            <a:br>
              <a:rPr lang="en-US" b="1" dirty="0">
                <a:latin typeface="Constantia"/>
                <a:ea typeface="Calibri"/>
                <a:cs typeface="Calibri"/>
              </a:rPr>
            </a:br>
            <a:r>
              <a:rPr lang="en-US" b="1" dirty="0">
                <a:latin typeface="Constantia"/>
                <a:ea typeface="Calibri"/>
                <a:cs typeface="Calibri"/>
              </a:rPr>
              <a:t> </a:t>
            </a:r>
            <a:r>
              <a:rPr lang="en-US">
                <a:latin typeface="Constantia"/>
                <a:ea typeface="Calibri"/>
                <a:cs typeface="Calibri"/>
              </a:rPr>
              <a:t>Combine all modules and test using sample video inputs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282E0-4EB9-BFEF-B0E2-3C50EAC869EF}"/>
              </a:ext>
            </a:extLst>
          </p:cNvPr>
          <p:cNvSpPr txBox="1"/>
          <p:nvPr/>
        </p:nvSpPr>
        <p:spPr>
          <a:xfrm>
            <a:off x="6095952" y="1909307"/>
            <a:ext cx="504134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b="1">
                <a:latin typeface="Constantia"/>
              </a:rPr>
              <a:t>Phase 5: Performance Optimization</a:t>
            </a:r>
            <a:br>
              <a:rPr lang="en-US" b="1" dirty="0">
                <a:latin typeface="Constantia"/>
              </a:rPr>
            </a:br>
            <a:r>
              <a:rPr lang="en-US" b="1" dirty="0">
                <a:latin typeface="Constantia"/>
              </a:rPr>
              <a:t> </a:t>
            </a:r>
            <a:r>
              <a:rPr lang="en-US">
                <a:latin typeface="Constantia"/>
              </a:rPr>
              <a:t>Improve detection accuracy and system efficiency through tuning and testing </a:t>
            </a:r>
          </a:p>
          <a:p>
            <a:pPr marL="285750" indent="-285750">
              <a:buFont typeface="Arial,Sans-Serif"/>
              <a:buChar char="•"/>
            </a:pPr>
            <a:endParaRPr lang="en-US" dirty="0">
              <a:latin typeface="Constant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b="1">
                <a:latin typeface="Constantia"/>
              </a:rPr>
              <a:t>Phase 6: Data Management (Future Scope)</a:t>
            </a:r>
            <a:br>
              <a:rPr lang="en-US" b="1" dirty="0">
                <a:latin typeface="Constantia"/>
              </a:rPr>
            </a:br>
            <a:r>
              <a:rPr lang="en-US" b="1" dirty="0">
                <a:latin typeface="Constantia"/>
              </a:rPr>
              <a:t> </a:t>
            </a:r>
            <a:r>
              <a:rPr lang="en-US">
                <a:latin typeface="Constantia"/>
              </a:rPr>
              <a:t>Implement database integration for storing and managing violation records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21E2D5-AB9A-036C-9ABA-9AB4625C0210}"/>
              </a:ext>
            </a:extLst>
          </p:cNvPr>
          <p:cNvSpPr txBox="1"/>
          <p:nvPr/>
        </p:nvSpPr>
        <p:spPr>
          <a:xfrm>
            <a:off x="609274" y="6389464"/>
            <a:ext cx="2660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80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8428" y="136525"/>
            <a:ext cx="9369711" cy="1325563"/>
          </a:xfrm>
        </p:spPr>
        <p:txBody>
          <a:bodyPr/>
          <a:lstStyle/>
          <a:p>
            <a:r>
              <a:rPr lang="en-US">
                <a:latin typeface="Trebuchet MS" panose="020B0603020202020204" pitchFamily="34" charset="0"/>
                <a:cs typeface="Arial" pitchFamily="34" charset="0"/>
              </a:rPr>
              <a:t>Hardware /Software requirement</a:t>
            </a:r>
            <a:endParaRPr lang="ko-KR" altLang="en-US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8" name="Pictur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3"/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80273" y="1588573"/>
            <a:ext cx="5438243" cy="360649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IN" sz="2000">
                <a:latin typeface="Constantia"/>
              </a:rPr>
              <a:t>💻 </a:t>
            </a:r>
            <a:r>
              <a:rPr lang="en-IN" sz="2000" b="1">
                <a:latin typeface="Constantia"/>
              </a:rPr>
              <a:t>Software Requirements</a:t>
            </a:r>
            <a:endParaRPr lang="en-IN" sz="2000">
              <a:latin typeface="Constantia"/>
            </a:endParaRPr>
          </a:p>
          <a:p>
            <a:pPr>
              <a:buNone/>
            </a:pPr>
            <a:endParaRPr lang="en-IN" sz="2000" b="1" dirty="0">
              <a:latin typeface="Constantia"/>
            </a:endParaRPr>
          </a:p>
          <a:p>
            <a:pPr>
              <a:buFont typeface="Arial"/>
              <a:buChar char="•"/>
            </a:pPr>
            <a:r>
              <a:rPr lang="en-IN" sz="1800" b="1">
                <a:latin typeface="Constantia"/>
              </a:rPr>
              <a:t>Programming Language:</a:t>
            </a:r>
            <a:r>
              <a:rPr lang="en-IN" sz="1800">
                <a:latin typeface="Constantia"/>
              </a:rPr>
              <a:t> Python </a:t>
            </a:r>
            <a:endParaRPr lang="en-IN" sz="1800" dirty="0">
              <a:latin typeface="Constantia"/>
            </a:endParaRPr>
          </a:p>
          <a:p>
            <a:pPr>
              <a:buFont typeface="Arial"/>
              <a:buChar char="•"/>
            </a:pPr>
            <a:r>
              <a:rPr lang="en-IN" sz="1800" b="1">
                <a:latin typeface="Constantia"/>
              </a:rPr>
              <a:t>Computer Vision Library:</a:t>
            </a:r>
            <a:r>
              <a:rPr lang="en-IN" sz="1800">
                <a:latin typeface="Constantia"/>
              </a:rPr>
              <a:t> OpenCV </a:t>
            </a:r>
            <a:endParaRPr lang="en-IN" sz="1800" dirty="0">
              <a:latin typeface="Constantia"/>
            </a:endParaRPr>
          </a:p>
          <a:p>
            <a:pPr>
              <a:buFont typeface="Arial"/>
              <a:buChar char="•"/>
            </a:pPr>
            <a:r>
              <a:rPr lang="en-IN" sz="1800" b="1">
                <a:latin typeface="Constantia"/>
              </a:rPr>
              <a:t>Object Detection Model:</a:t>
            </a:r>
            <a:r>
              <a:rPr lang="en-IN" sz="1800">
                <a:latin typeface="Constantia"/>
              </a:rPr>
              <a:t> YOLO </a:t>
            </a:r>
            <a:endParaRPr lang="en-IN" sz="1800" dirty="0">
              <a:latin typeface="Constantia"/>
            </a:endParaRPr>
          </a:p>
          <a:p>
            <a:pPr>
              <a:buFont typeface="Arial"/>
              <a:buChar char="•"/>
            </a:pPr>
            <a:r>
              <a:rPr lang="en-IN" sz="1800" b="1" dirty="0">
                <a:latin typeface="Constantia"/>
              </a:rPr>
              <a:t>AI/ML Framework:</a:t>
            </a:r>
            <a:r>
              <a:rPr lang="en-IN" sz="1800" dirty="0">
                <a:latin typeface="Constantia"/>
              </a:rPr>
              <a:t> PyTorch </a:t>
            </a:r>
          </a:p>
          <a:p>
            <a:pPr>
              <a:buFont typeface="Arial"/>
              <a:buChar char="•"/>
            </a:pPr>
            <a:r>
              <a:rPr lang="en-IN" sz="1800" b="1">
                <a:latin typeface="Constantia"/>
              </a:rPr>
              <a:t>Development Environment:</a:t>
            </a:r>
            <a:r>
              <a:rPr lang="en-IN" sz="1800">
                <a:latin typeface="Constantia"/>
              </a:rPr>
              <a:t> Visual Studio Code </a:t>
            </a:r>
            <a:endParaRPr lang="en-IN" sz="1800" dirty="0">
              <a:latin typeface="Constantia"/>
            </a:endParaRPr>
          </a:p>
          <a:p>
            <a:pPr>
              <a:buFont typeface="Arial"/>
              <a:buChar char="•"/>
            </a:pPr>
            <a:r>
              <a:rPr lang="en-IN" sz="1800" b="1">
                <a:latin typeface="Constantia"/>
              </a:rPr>
              <a:t>Database (Planned):</a:t>
            </a:r>
            <a:r>
              <a:rPr lang="en-IN" sz="1800">
                <a:latin typeface="Constantia"/>
              </a:rPr>
              <a:t> MySQL </a:t>
            </a:r>
            <a:endParaRPr lang="en-IN" sz="1800" dirty="0">
              <a:latin typeface="Constantia"/>
            </a:endParaRPr>
          </a:p>
          <a:p>
            <a:pPr>
              <a:buFont typeface="Arial"/>
              <a:buChar char="•"/>
            </a:pPr>
            <a:r>
              <a:rPr lang="en-IN" sz="1800" b="1">
                <a:latin typeface="Constantia"/>
              </a:rPr>
              <a:t>OS:</a:t>
            </a:r>
            <a:r>
              <a:rPr lang="en-IN" sz="1800">
                <a:latin typeface="Constantia"/>
              </a:rPr>
              <a:t> Windows</a:t>
            </a:r>
            <a:br>
              <a:rPr lang="en-IN" sz="1800" dirty="0">
                <a:latin typeface="Constantia"/>
              </a:rPr>
            </a:br>
            <a:endParaRPr lang="en-IN" sz="1800">
              <a:latin typeface="Constant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37773-5164-0F35-01A7-A2EEA65F1FD7}"/>
              </a:ext>
            </a:extLst>
          </p:cNvPr>
          <p:cNvSpPr txBox="1"/>
          <p:nvPr/>
        </p:nvSpPr>
        <p:spPr>
          <a:xfrm>
            <a:off x="6479271" y="1586941"/>
            <a:ext cx="4858068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solidFill>
                  <a:srgbClr val="121429"/>
                </a:solidFill>
                <a:latin typeface="Constantia"/>
              </a:rPr>
              <a:t>💻Hardware requirements</a:t>
            </a:r>
            <a:endParaRPr lang="en-IN" dirty="0">
              <a:solidFill>
                <a:srgbClr val="000000"/>
              </a:solidFill>
              <a:latin typeface="Constantia"/>
            </a:endParaRPr>
          </a:p>
          <a:p>
            <a:endParaRPr lang="en-IN" sz="2000" b="1" dirty="0">
              <a:solidFill>
                <a:srgbClr val="121429"/>
              </a:solidFill>
              <a:latin typeface="Constantia"/>
            </a:endParaRPr>
          </a:p>
          <a:p>
            <a:pPr marL="342900" indent="-342900">
              <a:buFont typeface="Arial"/>
              <a:buChar char="•"/>
            </a:pPr>
            <a:r>
              <a:rPr lang="en-IN">
                <a:solidFill>
                  <a:srgbClr val="121429"/>
                </a:solidFill>
                <a:latin typeface="Constantia"/>
              </a:rPr>
              <a:t>1080p webcam</a:t>
            </a:r>
          </a:p>
          <a:p>
            <a:pPr marL="342900" indent="-342900">
              <a:buFont typeface="Arial"/>
              <a:buChar char="•"/>
            </a:pPr>
            <a:r>
              <a:rPr lang="en-IN">
                <a:solidFill>
                  <a:srgbClr val="121429"/>
                </a:solidFill>
                <a:latin typeface="Constantia"/>
              </a:rPr>
              <a:t>Tripod Stand</a:t>
            </a:r>
          </a:p>
          <a:p>
            <a:pPr marL="342900" indent="-342900">
              <a:buFont typeface="Arial"/>
              <a:buChar char="•"/>
            </a:pPr>
            <a:r>
              <a:rPr lang="en-IN">
                <a:solidFill>
                  <a:srgbClr val="121429"/>
                </a:solidFill>
                <a:latin typeface="Constantia"/>
              </a:rPr>
              <a:t>Laptop (min 8GB RAM)</a:t>
            </a:r>
          </a:p>
          <a:p>
            <a:pPr marL="342900" indent="-342900">
              <a:buFont typeface="Arial"/>
              <a:buChar char="•"/>
            </a:pPr>
            <a:r>
              <a:rPr lang="en-IN">
                <a:solidFill>
                  <a:srgbClr val="121429"/>
                </a:solidFill>
                <a:latin typeface="Constantia"/>
              </a:rPr>
              <a:t>Raspberry pi 4</a:t>
            </a:r>
          </a:p>
          <a:p>
            <a:pPr marL="342900" indent="-342900">
              <a:buFont typeface="Arial"/>
              <a:buChar char="•"/>
            </a:pPr>
            <a:r>
              <a:rPr lang="en-IN">
                <a:solidFill>
                  <a:srgbClr val="121429"/>
                </a:solidFill>
                <a:latin typeface="Constantia"/>
              </a:rPr>
              <a:t>Traffic light mini-model</a:t>
            </a:r>
          </a:p>
          <a:p>
            <a:pPr marL="342900" indent="-342900">
              <a:buFont typeface="Arial"/>
              <a:buChar char="•"/>
            </a:pPr>
            <a:r>
              <a:rPr lang="en-IN">
                <a:solidFill>
                  <a:srgbClr val="121429"/>
                </a:solidFill>
                <a:latin typeface="Constantia"/>
              </a:rPr>
              <a:t>Connectivity Wires</a:t>
            </a:r>
            <a:endParaRPr lang="en-IN" dirty="0">
              <a:solidFill>
                <a:srgbClr val="121429"/>
              </a:solidFill>
              <a:latin typeface="Constant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3FA8C-EE47-E43D-5948-57E0211CA605}"/>
              </a:ext>
            </a:extLst>
          </p:cNvPr>
          <p:cNvSpPr txBox="1"/>
          <p:nvPr/>
        </p:nvSpPr>
        <p:spPr>
          <a:xfrm>
            <a:off x="609274" y="6389464"/>
            <a:ext cx="2660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64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1308" y="136525"/>
            <a:ext cx="9186831" cy="1325563"/>
          </a:xfrm>
        </p:spPr>
        <p:txBody>
          <a:bodyPr/>
          <a:lstStyle/>
          <a:p>
            <a:r>
              <a:rPr lang="en-US">
                <a:latin typeface="Trebuchet MS" panose="020B0603020202020204" pitchFamily="34" charset="0"/>
                <a:cs typeface="Arial" pitchFamily="34" charset="0"/>
              </a:rPr>
              <a:t>Final Deliverables &amp; Applications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8" name="Pictur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3"/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53689" y="1258542"/>
            <a:ext cx="5068396" cy="5091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Constantia"/>
              </a:rPr>
              <a:t>🎯 Final Deliverables</a:t>
            </a:r>
            <a:endParaRPr lang="en-US" sz="2000">
              <a:latin typeface="Constantia"/>
            </a:endParaRPr>
          </a:p>
          <a:p>
            <a:pPr>
              <a:buFont typeface=""/>
              <a:buChar char="•"/>
            </a:pPr>
            <a:r>
              <a:rPr lang="en-US" sz="1800">
                <a:latin typeface="Constantia"/>
              </a:rPr>
              <a:t>A </a:t>
            </a:r>
            <a:r>
              <a:rPr lang="en-US" sz="1800" b="1">
                <a:latin typeface="Constantia"/>
              </a:rPr>
              <a:t>working prototype</a:t>
            </a:r>
            <a:r>
              <a:rPr lang="en-US" sz="1800">
                <a:latin typeface="Constantia"/>
              </a:rPr>
              <a:t> of an AI-based traffic violation detection system </a:t>
            </a:r>
            <a:endParaRPr lang="en-US" sz="1800" dirty="0">
              <a:latin typeface="Constantia"/>
            </a:endParaRPr>
          </a:p>
          <a:p>
            <a:pPr>
              <a:buFont typeface=""/>
              <a:buChar char="•"/>
            </a:pPr>
            <a:r>
              <a:rPr lang="en-US" sz="1800">
                <a:latin typeface="Constantia"/>
              </a:rPr>
              <a:t>Real-time </a:t>
            </a:r>
            <a:r>
              <a:rPr lang="en-US" sz="1800" b="1">
                <a:latin typeface="Constantia"/>
              </a:rPr>
              <a:t>video capture and processing</a:t>
            </a:r>
            <a:r>
              <a:rPr lang="en-US" sz="1800" dirty="0">
                <a:latin typeface="Constantia"/>
              </a:rPr>
              <a:t> </a:t>
            </a:r>
            <a:r>
              <a:rPr lang="en-US" sz="1800">
                <a:latin typeface="Constantia"/>
              </a:rPr>
              <a:t>using a camera module</a:t>
            </a:r>
            <a:endParaRPr lang="en-US" sz="1800" dirty="0">
              <a:latin typeface="Constantia"/>
            </a:endParaRPr>
          </a:p>
          <a:p>
            <a:pPr>
              <a:buFont typeface=""/>
              <a:buChar char="•"/>
            </a:pPr>
            <a:r>
              <a:rPr lang="en-US" sz="1800" b="1">
                <a:latin typeface="Constantia"/>
              </a:rPr>
              <a:t>Vehicle detection</a:t>
            </a:r>
            <a:r>
              <a:rPr lang="en-US" sz="1800">
                <a:latin typeface="Constantia"/>
              </a:rPr>
              <a:t> using computer vision (YOLO/OpenCV)</a:t>
            </a:r>
            <a:endParaRPr lang="en-US" sz="1800" dirty="0">
              <a:latin typeface="Constantia"/>
            </a:endParaRPr>
          </a:p>
          <a:p>
            <a:pPr>
              <a:buFont typeface=""/>
              <a:buChar char="•"/>
            </a:pPr>
            <a:r>
              <a:rPr lang="en-US" sz="1800" b="1">
                <a:latin typeface="Constantia"/>
              </a:rPr>
              <a:t>Automated Traffic</a:t>
            </a:r>
            <a:r>
              <a:rPr lang="en-US" sz="1800" b="1" dirty="0">
                <a:latin typeface="Constantia"/>
              </a:rPr>
              <a:t> violation detection system</a:t>
            </a:r>
            <a:r>
              <a:rPr lang="en-US" sz="1800" dirty="0">
                <a:latin typeface="Constantia"/>
              </a:rPr>
              <a:t> (red light, helmet, lane violations – basic level) </a:t>
            </a:r>
          </a:p>
          <a:p>
            <a:pPr>
              <a:buFont typeface=""/>
              <a:buChar char="•"/>
            </a:pPr>
            <a:r>
              <a:rPr lang="en-US" sz="1800" b="1">
                <a:latin typeface="Constantia"/>
              </a:rPr>
              <a:t>Evidence capture system</a:t>
            </a:r>
            <a:r>
              <a:rPr lang="en-US" sz="1800">
                <a:latin typeface="Constantia"/>
              </a:rPr>
              <a:t> (images with timestamp) </a:t>
            </a:r>
            <a:endParaRPr lang="en-US" sz="1800" dirty="0">
              <a:latin typeface="Constantia"/>
            </a:endParaRPr>
          </a:p>
          <a:p>
            <a:pPr>
              <a:buFont typeface=""/>
              <a:buChar char="•"/>
            </a:pPr>
            <a:r>
              <a:rPr lang="en-US" sz="1800" b="1">
                <a:latin typeface="Constantia"/>
              </a:rPr>
              <a:t>Database for storing violation records</a:t>
            </a:r>
            <a:r>
              <a:rPr lang="en-US" sz="1800" dirty="0">
                <a:latin typeface="Constantia"/>
              </a:rPr>
              <a:t> </a:t>
            </a:r>
            <a:endParaRPr lang="en-US" sz="1800">
              <a:latin typeface="Constantia"/>
            </a:endParaRPr>
          </a:p>
          <a:p>
            <a:pPr>
              <a:buFont typeface=""/>
              <a:buChar char="•"/>
            </a:pPr>
            <a:r>
              <a:rPr lang="en-US" sz="1800">
                <a:latin typeface="Constantia"/>
              </a:rPr>
              <a:t>A </a:t>
            </a:r>
            <a:r>
              <a:rPr lang="en-US" sz="1800" b="1">
                <a:latin typeface="Constantia"/>
              </a:rPr>
              <a:t>monitoring dashboard</a:t>
            </a:r>
            <a:r>
              <a:rPr lang="en-US" sz="1800">
                <a:latin typeface="Constantia"/>
              </a:rPr>
              <a:t> to view detected violations</a:t>
            </a:r>
          </a:p>
          <a:p>
            <a:pPr>
              <a:buFont typeface=""/>
              <a:buChar char="•"/>
            </a:pPr>
            <a:r>
              <a:rPr lang="en-US" sz="1800">
                <a:latin typeface="Constantia"/>
              </a:rPr>
              <a:t>Project </a:t>
            </a:r>
            <a:r>
              <a:rPr lang="en-US" sz="1800" b="1">
                <a:latin typeface="Constantia"/>
              </a:rPr>
              <a:t>documentation and 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B5557-E8C2-6423-9A98-861A9098AEB5}"/>
              </a:ext>
            </a:extLst>
          </p:cNvPr>
          <p:cNvSpPr txBox="1"/>
          <p:nvPr/>
        </p:nvSpPr>
        <p:spPr>
          <a:xfrm>
            <a:off x="5923966" y="1257334"/>
            <a:ext cx="5938598" cy="3256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 b="1">
                <a:solidFill>
                  <a:srgbClr val="121429"/>
                </a:solidFill>
                <a:latin typeface="Bookman Old Style"/>
              </a:rPr>
              <a:t>🌍 Applications</a:t>
            </a:r>
            <a:endParaRPr lang="en-US" sz="1900">
              <a:latin typeface="Bookman Old Style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700" b="1">
                <a:solidFill>
                  <a:srgbClr val="121429"/>
                </a:solidFill>
                <a:latin typeface="Bookman Old Style"/>
              </a:rPr>
              <a:t>Smart Traffic Management Systems</a:t>
            </a:r>
            <a:r>
              <a:rPr lang="en-US" sz="1700">
                <a:solidFill>
                  <a:srgbClr val="121429"/>
                </a:solidFill>
                <a:latin typeface="Bookman Old Style"/>
              </a:rPr>
              <a:t> in cities </a:t>
            </a:r>
            <a:endParaRPr lang="en-US" sz="1700">
              <a:latin typeface="Bookman Old Style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700" b="1">
                <a:solidFill>
                  <a:srgbClr val="121429"/>
                </a:solidFill>
                <a:latin typeface="Bookman Old Style"/>
              </a:rPr>
              <a:t>Automated Traffic Monitoring</a:t>
            </a:r>
            <a:r>
              <a:rPr lang="en-US" sz="1700">
                <a:solidFill>
                  <a:srgbClr val="121429"/>
                </a:solidFill>
                <a:latin typeface="Bookman Old Style"/>
              </a:rPr>
              <a:t> at signals and junctions </a:t>
            </a:r>
            <a:endParaRPr lang="en-US" sz="1700">
              <a:latin typeface="Bookman Old Style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700" b="1">
                <a:solidFill>
                  <a:srgbClr val="121429"/>
                </a:solidFill>
                <a:latin typeface="Bookman Old Style"/>
              </a:rPr>
              <a:t>Law Enforcement Support</a:t>
            </a:r>
            <a:r>
              <a:rPr lang="en-US" sz="1700">
                <a:solidFill>
                  <a:srgbClr val="121429"/>
                </a:solidFill>
                <a:latin typeface="Bookman Old Style"/>
              </a:rPr>
              <a:t> for traffic police </a:t>
            </a:r>
            <a:endParaRPr lang="en-US" sz="1700">
              <a:latin typeface="Bookman Old Style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700" b="1">
                <a:solidFill>
                  <a:srgbClr val="121429"/>
                </a:solidFill>
                <a:latin typeface="Bookman Old Style"/>
              </a:rPr>
              <a:t>Accident Prevention Systems</a:t>
            </a:r>
            <a:r>
              <a:rPr lang="en-US" sz="1700">
                <a:solidFill>
                  <a:srgbClr val="121429"/>
                </a:solidFill>
                <a:latin typeface="Bookman Old Style"/>
              </a:rPr>
              <a:t> through rule enforcement </a:t>
            </a:r>
            <a:endParaRPr lang="en-US" sz="1700">
              <a:latin typeface="Bookman Old Style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700" b="1">
                <a:solidFill>
                  <a:srgbClr val="121429"/>
                </a:solidFill>
                <a:latin typeface="Bookman Old Style"/>
              </a:rPr>
              <a:t>Smart City Projects</a:t>
            </a:r>
            <a:r>
              <a:rPr lang="en-US" sz="1700">
                <a:solidFill>
                  <a:srgbClr val="121429"/>
                </a:solidFill>
                <a:latin typeface="Bookman Old Style"/>
              </a:rPr>
              <a:t> and urban infrastructure development </a:t>
            </a:r>
            <a:endParaRPr lang="en-US" sz="1700">
              <a:latin typeface="Bookman Old Style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700" b="1">
                <a:solidFill>
                  <a:srgbClr val="121429"/>
                </a:solidFill>
                <a:latin typeface="Bookman Old Style"/>
              </a:rPr>
              <a:t>Data Analysis for Traffic Patterns</a:t>
            </a:r>
            <a:r>
              <a:rPr lang="en-US" sz="1700">
                <a:solidFill>
                  <a:srgbClr val="121429"/>
                </a:solidFill>
                <a:latin typeface="Bookman Old Style"/>
              </a:rPr>
              <a:t> and planning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E2ED5A-1D51-FF0C-CFC9-72EC91BCCF27}"/>
              </a:ext>
            </a:extLst>
          </p:cNvPr>
          <p:cNvSpPr txBox="1"/>
          <p:nvPr/>
        </p:nvSpPr>
        <p:spPr>
          <a:xfrm>
            <a:off x="486556" y="6358885"/>
            <a:ext cx="26898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31 MARCH 2026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004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Estimate of Expenditure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2590" y="1271349"/>
            <a:ext cx="9918585" cy="463657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b="1">
                <a:latin typeface="Constantia"/>
              </a:rPr>
              <a:t>💰 Cost Breakdown</a:t>
            </a:r>
            <a:endParaRPr lang="en-IN" sz="2000" b="1" dirty="0">
              <a:latin typeface="Constantia"/>
            </a:endParaRPr>
          </a:p>
          <a:p>
            <a:pPr marL="0" indent="0">
              <a:buNone/>
            </a:pPr>
            <a:r>
              <a:rPr lang="en-IN" sz="1800">
                <a:latin typeface="Constantia"/>
              </a:rPr>
              <a:t>🔧 Hardware Components</a:t>
            </a:r>
            <a:endParaRPr lang="en-IN" dirty="0">
              <a:latin typeface="Constantia"/>
            </a:endParaRPr>
          </a:p>
          <a:p>
            <a:r>
              <a:rPr lang="en-IN" sz="1800">
                <a:latin typeface="Constantia"/>
              </a:rPr>
              <a:t>1080p USB Webcam → </a:t>
            </a:r>
            <a:r>
              <a:rPr lang="en-IN" sz="1800">
                <a:latin typeface="Calibri"/>
                <a:ea typeface="Calibri"/>
                <a:cs typeface="Calibri"/>
              </a:rPr>
              <a:t>₹800 – ₹1200 </a:t>
            </a:r>
          </a:p>
          <a:p>
            <a:r>
              <a:rPr lang="en-IN" sz="1800">
                <a:latin typeface="Constantia"/>
              </a:rPr>
              <a:t>Raspberry Pi 4 (Base Variant) → </a:t>
            </a:r>
            <a:r>
              <a:rPr lang="en-IN" sz="1800">
                <a:latin typeface="Calibri"/>
                <a:ea typeface="Calibri"/>
                <a:cs typeface="Calibri"/>
              </a:rPr>
              <a:t>₹1600</a:t>
            </a:r>
            <a:r>
              <a:rPr lang="en-IN" sz="1800" dirty="0">
                <a:latin typeface="Constantia"/>
              </a:rPr>
              <a:t> </a:t>
            </a:r>
          </a:p>
          <a:p>
            <a:r>
              <a:rPr lang="en-IN" sz="1800">
                <a:latin typeface="Constantia"/>
              </a:rPr>
              <a:t>Connectivity Wires &amp; Power Supply → </a:t>
            </a:r>
            <a:r>
              <a:rPr lang="en-IN" sz="1800">
                <a:latin typeface="Calibri"/>
                <a:ea typeface="Calibri"/>
                <a:cs typeface="Calibri"/>
              </a:rPr>
              <a:t>₹200 – ₹300 </a:t>
            </a:r>
          </a:p>
          <a:p>
            <a:pPr marL="0" indent="0">
              <a:buNone/>
            </a:pPr>
            <a:endParaRPr lang="en-IN" sz="2000" dirty="0">
              <a:latin typeface="Bookman Old Style"/>
            </a:endParaRPr>
          </a:p>
          <a:p>
            <a:pPr marL="0" indent="0">
              <a:buNone/>
            </a:pPr>
            <a:r>
              <a:rPr lang="en-IN" sz="2000">
                <a:latin typeface="Bookman Old Style"/>
              </a:rPr>
              <a:t>💻 Existing Resources</a:t>
            </a:r>
            <a:endParaRPr lang="en-IN" sz="1800">
              <a:latin typeface="Constantia"/>
            </a:endParaRPr>
          </a:p>
          <a:p>
            <a:r>
              <a:rPr lang="en-IN" sz="1800">
                <a:latin typeface="Constantia"/>
              </a:rPr>
              <a:t>Laptop / PC → </a:t>
            </a:r>
            <a:r>
              <a:rPr lang="en-IN" sz="1800">
                <a:latin typeface="Calibri"/>
                <a:ea typeface="Calibri"/>
                <a:cs typeface="Calibri"/>
              </a:rPr>
              <a:t>₹0</a:t>
            </a:r>
            <a:r>
              <a:rPr lang="en-IN" sz="1800" dirty="0">
                <a:latin typeface="Constantia"/>
              </a:rPr>
              <a:t> </a:t>
            </a:r>
            <a:r>
              <a:rPr lang="en-IN" sz="1800" i="1">
                <a:latin typeface="Constantia"/>
              </a:rPr>
              <a:t>(Already Available)</a:t>
            </a:r>
            <a:r>
              <a:rPr lang="en-IN" sz="1800" dirty="0">
                <a:latin typeface="Constantia"/>
              </a:rPr>
              <a:t> </a:t>
            </a:r>
            <a:br>
              <a:rPr lang="en-US" sz="1800" dirty="0">
                <a:latin typeface="Constantia"/>
              </a:rPr>
            </a:br>
            <a:endParaRPr lang="en-US" sz="1800">
              <a:latin typeface="Constantia"/>
            </a:endParaRPr>
          </a:p>
          <a:p>
            <a:pPr marL="0" indent="0">
              <a:buNone/>
            </a:pPr>
            <a:r>
              <a:rPr lang="en-IN" sz="2000">
                <a:latin typeface="Constantia"/>
              </a:rPr>
              <a:t>🧠 Software</a:t>
            </a:r>
          </a:p>
          <a:p>
            <a:r>
              <a:rPr lang="en-IN" sz="1800">
                <a:latin typeface="Constantia"/>
              </a:rPr>
              <a:t>Python, OpenCV, Libraries → </a:t>
            </a:r>
            <a:r>
              <a:rPr lang="en-IN" sz="1800">
                <a:latin typeface="Calibri"/>
                <a:ea typeface="Calibri"/>
                <a:cs typeface="Calibri"/>
              </a:rPr>
              <a:t>₹0</a:t>
            </a:r>
            <a:r>
              <a:rPr lang="en-IN" sz="1800" dirty="0">
                <a:latin typeface="Constantia"/>
              </a:rPr>
              <a:t> </a:t>
            </a:r>
            <a:r>
              <a:rPr lang="en-IN" sz="1800" i="1">
                <a:latin typeface="Constantia"/>
              </a:rPr>
              <a:t>(Open Source)</a:t>
            </a:r>
            <a:r>
              <a:rPr lang="en-IN" sz="1800" dirty="0">
                <a:latin typeface="Constantia"/>
              </a:rPr>
              <a:t> </a:t>
            </a:r>
            <a:br>
              <a:rPr lang="en-US" dirty="0">
                <a:latin typeface="Constantia"/>
              </a:rPr>
            </a:br>
            <a:endParaRPr lang="en-US"/>
          </a:p>
          <a:p>
            <a:pPr marL="0" indent="0">
              <a:buNone/>
            </a:pPr>
            <a:r>
              <a:rPr lang="en-IN" sz="2000">
                <a:latin typeface="Constantia"/>
              </a:rPr>
              <a:t>Miscellaneous: </a:t>
            </a:r>
            <a:r>
              <a:rPr lang="en-IN" sz="2000" dirty="0">
                <a:latin typeface="Calibri"/>
                <a:ea typeface="Calibri"/>
                <a:cs typeface="Calibri"/>
              </a:rPr>
              <a:t>₹500</a:t>
            </a:r>
          </a:p>
          <a:p>
            <a:endParaRPr lang="en-IN" sz="2000" dirty="0">
              <a:latin typeface="Constantia"/>
            </a:endParaRPr>
          </a:p>
          <a:p>
            <a:pPr marL="0" indent="0">
              <a:buNone/>
            </a:pPr>
            <a:r>
              <a:rPr lang="en-IN" sz="2000" dirty="0">
                <a:latin typeface="Constantia"/>
              </a:rPr>
              <a:t>Total Estimated Cost:</a:t>
            </a:r>
            <a:r>
              <a:rPr lang="en-IN" sz="1800" dirty="0">
                <a:latin typeface="Calibri"/>
                <a:ea typeface="Calibri"/>
                <a:cs typeface="Calibri"/>
              </a:rPr>
              <a:t> </a:t>
            </a:r>
            <a:r>
              <a:rPr lang="en-IN" sz="1800" b="1">
                <a:latin typeface="Calibri"/>
                <a:ea typeface="Calibri"/>
                <a:cs typeface="Calibri"/>
              </a:rPr>
              <a:t>₹3000 – ₹4000</a:t>
            </a:r>
            <a:endParaRPr lang="en-IN" sz="1800">
              <a:latin typeface="Calibri"/>
              <a:ea typeface="Calibri"/>
              <a:cs typeface="Calibri"/>
            </a:endParaRPr>
          </a:p>
          <a:p>
            <a:endParaRPr lang="en-IN" sz="1800" dirty="0">
              <a:latin typeface="Constantia"/>
            </a:endParaRPr>
          </a:p>
          <a:p>
            <a:endParaRPr lang="en-IN" sz="1800" dirty="0">
              <a:latin typeface="Constantia"/>
            </a:endParaRPr>
          </a:p>
          <a:p>
            <a:pPr marL="0" indent="0">
              <a:buNone/>
            </a:pPr>
            <a:endParaRPr lang="en-US" dirty="0">
              <a:latin typeface="Bookman Old Style"/>
            </a:endParaRPr>
          </a:p>
          <a:p>
            <a:pPr marL="0" indent="0">
              <a:buNone/>
            </a:pPr>
            <a:endParaRPr lang="en-IN" b="1" dirty="0">
              <a:latin typeface="Constantia"/>
            </a:endParaRP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70B83E-49CC-4DB0-D552-E67A5084B8FE}"/>
              </a:ext>
            </a:extLst>
          </p:cNvPr>
          <p:cNvSpPr txBox="1"/>
          <p:nvPr/>
        </p:nvSpPr>
        <p:spPr>
          <a:xfrm>
            <a:off x="609274" y="6389464"/>
            <a:ext cx="2660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53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935" y="244591"/>
            <a:ext cx="8721318" cy="661497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rebuchet MS" panose="020B0603020202020204" pitchFamily="34" charset="0"/>
                <a:cs typeface="Arial" pitchFamily="34" charset="0"/>
              </a:rPr>
              <a:t>Timeline for completion of project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10" name="Picture 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Footer Placeholder 3"/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2E277-B1AF-67A7-F820-45B4C2629EFD}"/>
              </a:ext>
            </a:extLst>
          </p:cNvPr>
          <p:cNvSpPr txBox="1"/>
          <p:nvPr/>
        </p:nvSpPr>
        <p:spPr>
          <a:xfrm>
            <a:off x="453346" y="1239147"/>
            <a:ext cx="11394106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onstantia"/>
              </a:rPr>
              <a:t>            Project Timeline: 6 Weeks</a:t>
            </a:r>
            <a:endParaRPr lang="en-US">
              <a:latin typeface="Constantia"/>
            </a:endParaRPr>
          </a:p>
          <a:p>
            <a:endParaRPr lang="en-US" b="1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onstantia"/>
                <a:ea typeface="+mn-lt"/>
                <a:cs typeface="+mn-lt"/>
              </a:rPr>
              <a:t>Week 1:</a:t>
            </a:r>
            <a:r>
              <a:rPr lang="en-US">
                <a:latin typeface="Constantia"/>
                <a:ea typeface="+mn-lt"/>
                <a:cs typeface="+mn-lt"/>
              </a:rPr>
              <a:t> Requirement analysis and system design</a:t>
            </a:r>
          </a:p>
          <a:p>
            <a:endParaRPr lang="en-US">
              <a:latin typeface="Constantia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onstantia"/>
                <a:ea typeface="+mn-lt"/>
                <a:cs typeface="+mn-lt"/>
              </a:rPr>
              <a:t>Week 2:</a:t>
            </a:r>
            <a:r>
              <a:rPr lang="en-US">
                <a:latin typeface="Constantia"/>
                <a:ea typeface="+mn-lt"/>
                <a:cs typeface="+mn-lt"/>
              </a:rPr>
              <a:t> Hardware setup and data collection </a:t>
            </a:r>
            <a:endParaRPr lang="en-US">
              <a:latin typeface="Constantia"/>
            </a:endParaRPr>
          </a:p>
          <a:p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onstantia"/>
                <a:ea typeface="+mn-lt"/>
                <a:cs typeface="+mn-lt"/>
              </a:rPr>
              <a:t>Week 3:</a:t>
            </a:r>
            <a:r>
              <a:rPr lang="en-US">
                <a:latin typeface="Constantia"/>
                <a:ea typeface="+mn-lt"/>
                <a:cs typeface="+mn-lt"/>
              </a:rPr>
              <a:t> Implementation of video processing and basic detection </a:t>
            </a:r>
            <a:endParaRPr lang="en-US">
              <a:latin typeface="Constantia"/>
            </a:endParaRPr>
          </a:p>
          <a:p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onstantia"/>
                <a:ea typeface="+mn-lt"/>
                <a:cs typeface="+mn-lt"/>
              </a:rPr>
              <a:t>Week 4:</a:t>
            </a:r>
            <a:r>
              <a:rPr lang="en-US">
                <a:latin typeface="Constantia"/>
                <a:ea typeface="+mn-lt"/>
                <a:cs typeface="+mn-lt"/>
              </a:rPr>
              <a:t> Integration of AI/ML models and violation detection </a:t>
            </a:r>
            <a:endParaRPr lang="en-US">
              <a:latin typeface="Constantia"/>
            </a:endParaRPr>
          </a:p>
          <a:p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onstantia"/>
                <a:ea typeface="+mn-lt"/>
                <a:cs typeface="+mn-lt"/>
              </a:rPr>
              <a:t>Week 5:</a:t>
            </a:r>
            <a:r>
              <a:rPr lang="en-US">
                <a:latin typeface="Constantia"/>
                <a:ea typeface="+mn-lt"/>
                <a:cs typeface="+mn-lt"/>
              </a:rPr>
              <a:t> Testing, debugging, and performance optimization </a:t>
            </a:r>
            <a:endParaRPr lang="en-US">
              <a:latin typeface="Constantia"/>
            </a:endParaRPr>
          </a:p>
          <a:p>
            <a:endParaRPr lang="en-US" dirty="0">
              <a:latin typeface="Constant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Constantia"/>
                <a:ea typeface="+mn-lt"/>
                <a:cs typeface="+mn-lt"/>
              </a:rPr>
              <a:t>Week 6:</a:t>
            </a:r>
            <a:r>
              <a:rPr lang="en-US" dirty="0">
                <a:latin typeface="Constantia"/>
                <a:ea typeface="+mn-lt"/>
                <a:cs typeface="+mn-lt"/>
              </a:rPr>
              <a:t> Final integration, documentation, and presentation</a:t>
            </a:r>
            <a:br>
              <a:rPr lang="en-US" dirty="0">
                <a:latin typeface="Constantia"/>
                <a:ea typeface="+mn-lt"/>
                <a:cs typeface="+mn-lt"/>
              </a:rPr>
            </a:br>
            <a:br>
              <a:rPr lang="en-US" dirty="0">
                <a:latin typeface="Constantia"/>
                <a:ea typeface="+mn-lt"/>
                <a:cs typeface="+mn-lt"/>
              </a:rPr>
            </a:br>
            <a:r>
              <a:rPr lang="en-US" b="1" dirty="0">
                <a:latin typeface="Constantia"/>
                <a:ea typeface="+mn-lt"/>
                <a:cs typeface="+mn-lt"/>
              </a:rPr>
              <a:t>Approx Durat</a:t>
            </a:r>
            <a:r>
              <a:rPr lang="en-US" b="1">
                <a:latin typeface="Constantia"/>
                <a:ea typeface="+mn-lt"/>
                <a:cs typeface="+mn-lt"/>
              </a:rPr>
              <a:t>ion: 6-8 weeks</a:t>
            </a:r>
            <a:br>
              <a:rPr lang="en-US" dirty="0">
                <a:latin typeface="Constantia"/>
                <a:ea typeface="+mn-lt"/>
                <a:cs typeface="+mn-lt"/>
              </a:rPr>
            </a:br>
            <a:endParaRPr lang="en-US">
              <a:latin typeface="Constantia"/>
              <a:ea typeface="Calibri"/>
              <a:cs typeface="Calibri"/>
            </a:endParaRPr>
          </a:p>
          <a:p>
            <a:pPr algn="l"/>
            <a:endParaRPr lang="en-US" dirty="0">
              <a:latin typeface="Calibri" panose="020F0502020204030204"/>
              <a:ea typeface="+mn-lt"/>
              <a:cs typeface="+mn-lt"/>
            </a:endParaRPr>
          </a:p>
        </p:txBody>
      </p:sp>
      <p:pic>
        <p:nvPicPr>
          <p:cNvPr id="4" name="Graphic 3" descr="Daily calendar with solid fill">
            <a:extLst>
              <a:ext uri="{FF2B5EF4-FFF2-40B4-BE49-F238E27FC236}">
                <a16:creationId xmlns:a16="http://schemas.microsoft.com/office/drawing/2014/main" id="{BA0EEB47-4366-4EEC-6634-86DDDCB8F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944" y="1121229"/>
            <a:ext cx="636210" cy="599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EECD24-D887-7D35-D4D8-5E511D0AFD44}"/>
              </a:ext>
            </a:extLst>
          </p:cNvPr>
          <p:cNvSpPr txBox="1"/>
          <p:nvPr/>
        </p:nvSpPr>
        <p:spPr>
          <a:xfrm>
            <a:off x="609274" y="6389464"/>
            <a:ext cx="2660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03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784" y="1149684"/>
            <a:ext cx="11454680" cy="501863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IN" sz="2000">
                <a:latin typeface="Constantia"/>
              </a:rPr>
              <a:t>🔹 </a:t>
            </a:r>
            <a:r>
              <a:rPr lang="en-IN" sz="2000" b="1">
                <a:latin typeface="Constantia"/>
              </a:rPr>
              <a:t>Research Papers &amp; Journals</a:t>
            </a:r>
            <a:endParaRPr lang="en-IN" sz="2000">
              <a:latin typeface="Constantia"/>
            </a:endParaRPr>
          </a:p>
          <a:p>
            <a:r>
              <a:rPr lang="en-IN" sz="1800">
                <a:latin typeface="Constantia"/>
              </a:rPr>
              <a:t>AI Based Traffic Violation Detection</a:t>
            </a:r>
            <a:r>
              <a:rPr lang="en-IN" sz="1800" dirty="0">
                <a:latin typeface="Constantia"/>
              </a:rPr>
              <a:t> </a:t>
            </a:r>
            <a:endParaRPr lang="en-IN" sz="1800">
              <a:latin typeface="Constantia"/>
            </a:endParaRPr>
          </a:p>
          <a:p>
            <a:r>
              <a:rPr lang="en-IN" sz="1800">
                <a:latin typeface="Constantia"/>
              </a:rPr>
              <a:t>Revolutionizing Urban Mobility: A Review of AI &amp; IoT in Traffic Systems</a:t>
            </a:r>
            <a:r>
              <a:rPr lang="en-IN" sz="1800" dirty="0">
                <a:latin typeface="Constantia"/>
              </a:rPr>
              <a:t> </a:t>
            </a:r>
            <a:endParaRPr lang="en-IN" sz="1800">
              <a:latin typeface="Constantia"/>
            </a:endParaRPr>
          </a:p>
          <a:p>
            <a:r>
              <a:rPr lang="en-IN" sz="1800">
                <a:latin typeface="Constantia"/>
              </a:rPr>
              <a:t>Intelligent Transportation Systems using AI and IoT</a:t>
            </a:r>
            <a:r>
              <a:rPr lang="en-IN" sz="1800" dirty="0">
                <a:latin typeface="Constantia"/>
              </a:rPr>
              <a:t> </a:t>
            </a:r>
            <a:endParaRPr lang="en-IN" sz="1800">
              <a:latin typeface="Constantia"/>
            </a:endParaRPr>
          </a:p>
          <a:p>
            <a:r>
              <a:rPr lang="en-IN" sz="1800" dirty="0">
                <a:latin typeface="Constantia"/>
              </a:rPr>
              <a:t>AIoT-Based Smart Traffic Management System </a:t>
            </a:r>
            <a:endParaRPr lang="en-IN" sz="1800">
              <a:latin typeface="Constantia"/>
            </a:endParaRPr>
          </a:p>
          <a:p>
            <a:r>
              <a:rPr lang="en-IN" sz="1800">
                <a:latin typeface="Constantia"/>
              </a:rPr>
              <a:t>Self-Adaptive Traffic Signal System with Vehicle Detection</a:t>
            </a:r>
            <a:r>
              <a:rPr lang="en-IN" sz="1800" dirty="0">
                <a:latin typeface="Constantia"/>
              </a:rPr>
              <a:t> </a:t>
            </a:r>
            <a:endParaRPr lang="en-IN" sz="1800">
              <a:latin typeface="Constantia"/>
            </a:endParaRPr>
          </a:p>
          <a:p>
            <a:r>
              <a:rPr lang="en-IN" sz="1800">
                <a:latin typeface="Constantia"/>
              </a:rPr>
              <a:t>AI-Based Traffic Violation Detection &amp; Smart Traffic Management (Review)</a:t>
            </a:r>
          </a:p>
          <a:p>
            <a:pPr marL="0" indent="0">
              <a:buNone/>
            </a:pPr>
            <a:endParaRPr lang="en-IN" sz="1800" dirty="0">
              <a:latin typeface="Constantia"/>
            </a:endParaRPr>
          </a:p>
          <a:p>
            <a:pPr marL="0" indent="0">
              <a:buNone/>
            </a:pPr>
            <a:r>
              <a:rPr lang="en-US" sz="2000">
                <a:latin typeface="Constantia"/>
              </a:rPr>
              <a:t>🔹</a:t>
            </a:r>
            <a:r>
              <a:rPr lang="en-US" sz="2000" dirty="0">
                <a:latin typeface="Constantia"/>
              </a:rPr>
              <a:t> </a:t>
            </a:r>
            <a:r>
              <a:rPr lang="en-US" sz="2000" b="1">
                <a:latin typeface="Constantia"/>
              </a:rPr>
              <a:t>Technical Resources</a:t>
            </a:r>
            <a:endParaRPr lang="en-US" sz="2000">
              <a:solidFill>
                <a:srgbClr val="000000"/>
              </a:solidFill>
              <a:latin typeface="Constantia"/>
            </a:endParaRPr>
          </a:p>
          <a:p>
            <a:r>
              <a:rPr lang="en-US" sz="1800">
                <a:solidFill>
                  <a:srgbClr val="000000"/>
                </a:solidFill>
                <a:latin typeface="Constantia"/>
              </a:rPr>
              <a:t>OpenCV Documentation – </a:t>
            </a:r>
            <a:r>
              <a:rPr lang="en-US" sz="1800" dirty="0">
                <a:solidFill>
                  <a:srgbClr val="000000"/>
                </a:solidFill>
                <a:latin typeface="Constantia"/>
                <a:hlinkClick r:id="rId2"/>
              </a:rPr>
              <a:t>https://opencv.org</a:t>
            </a:r>
            <a:endParaRPr lang="en-US">
              <a:latin typeface="Constantia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tantia"/>
              </a:rPr>
              <a:t>PyTorch Documentation – </a:t>
            </a:r>
            <a:r>
              <a:rPr lang="en-US" sz="1800" dirty="0">
                <a:solidFill>
                  <a:srgbClr val="000000"/>
                </a:solidFill>
                <a:latin typeface="Constantia"/>
                <a:hlinkClick r:id="rId3"/>
              </a:rPr>
              <a:t>https://pytorch.org</a:t>
            </a:r>
            <a:endParaRPr lang="en-US" sz="1800" dirty="0">
              <a:solidFill>
                <a:srgbClr val="000000"/>
              </a:solidFill>
              <a:latin typeface="Constantia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tantia"/>
            </a:endParaRPr>
          </a:p>
          <a:p>
            <a:pPr marL="0" indent="0">
              <a:buNone/>
            </a:pPr>
            <a:r>
              <a:rPr lang="en-US" sz="2000">
                <a:latin typeface="Constantia"/>
              </a:rPr>
              <a:t>🔹 </a:t>
            </a:r>
            <a:r>
              <a:rPr lang="en-US" sz="2000" b="1">
                <a:latin typeface="Constantia"/>
              </a:rPr>
              <a:t>Datasets &amp; Tools</a:t>
            </a:r>
            <a:endParaRPr lang="en-US" sz="2000">
              <a:solidFill>
                <a:srgbClr val="000000"/>
              </a:solidFill>
              <a:latin typeface="Constantia"/>
            </a:endParaRPr>
          </a:p>
          <a:p>
            <a:r>
              <a:rPr lang="en-US" sz="1800">
                <a:solidFill>
                  <a:srgbClr val="000000"/>
                </a:solidFill>
                <a:latin typeface="Constantia"/>
              </a:rPr>
              <a:t>COCO Dataset (Common Objects in Context) </a:t>
            </a:r>
          </a:p>
          <a:p>
            <a:r>
              <a:rPr lang="en-US" sz="1800">
                <a:solidFill>
                  <a:srgbClr val="000000"/>
                </a:solidFill>
                <a:latin typeface="Constantia"/>
              </a:rPr>
              <a:t>Kaggle Datasets for Traffic Analysis </a:t>
            </a:r>
          </a:p>
          <a:p>
            <a:r>
              <a:rPr lang="en-US" sz="1800">
                <a:solidFill>
                  <a:srgbClr val="000000"/>
                </a:solidFill>
                <a:latin typeface="Constantia"/>
              </a:rPr>
              <a:t>YOLO (You Only Look Once) Object Detection Framework</a:t>
            </a:r>
          </a:p>
          <a:p>
            <a:endParaRPr lang="en-IN" sz="1800" dirty="0">
              <a:solidFill>
                <a:srgbClr val="121429"/>
              </a:solidFill>
              <a:latin typeface="Constantia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32D10-38E4-4D39-BA26-12DFBFA34634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5C2CD-DCC7-953D-1E68-470BAF3A6AAB}"/>
              </a:ext>
            </a:extLst>
          </p:cNvPr>
          <p:cNvSpPr txBox="1"/>
          <p:nvPr/>
        </p:nvSpPr>
        <p:spPr>
          <a:xfrm>
            <a:off x="609274" y="6389464"/>
            <a:ext cx="2660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8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38CC5-CCAA-4408-A913-18D7D451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4849" y="6356350"/>
            <a:ext cx="2743200" cy="365125"/>
          </a:xfrm>
        </p:spPr>
        <p:txBody>
          <a:bodyPr/>
          <a:lstStyle/>
          <a:p>
            <a:fld id="{A3C32D10-38E4-4D39-BA26-12DFBFA34634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8" name="Picture 7" descr="A black and white text&#10;&#10;Description automatically generated">
            <a:extLst>
              <a:ext uri="{FF2B5EF4-FFF2-40B4-BE49-F238E27FC236}">
                <a16:creationId xmlns:a16="http://schemas.microsoft.com/office/drawing/2014/main" id="{7F53F8DB-3232-4177-AE12-58B95B0E4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762125"/>
            <a:ext cx="7620000" cy="333375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" y="28008"/>
            <a:ext cx="73048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3"/>
          <p:cNvSpPr txBox="1">
            <a:spLocks/>
          </p:cNvSpPr>
          <p:nvPr/>
        </p:nvSpPr>
        <p:spPr>
          <a:xfrm>
            <a:off x="3501461" y="6406228"/>
            <a:ext cx="5808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00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IDPL-Phase-I</a:t>
            </a:r>
            <a:endParaRPr lang="en-IN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B964DDC4-19EE-4761-B706-500B4B31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59" y="6356350"/>
            <a:ext cx="2743200" cy="365125"/>
          </a:xfrm>
        </p:spPr>
        <p:txBody>
          <a:bodyPr/>
          <a:lstStyle/>
          <a:p>
            <a:r>
              <a:rPr lang="en-IN"/>
              <a:t>Date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3D9686-1289-AC17-D2C2-6391AC76A788}"/>
              </a:ext>
            </a:extLst>
          </p:cNvPr>
          <p:cNvSpPr txBox="1"/>
          <p:nvPr/>
        </p:nvSpPr>
        <p:spPr>
          <a:xfrm>
            <a:off x="646952" y="6408489"/>
            <a:ext cx="23802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31 March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8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INTERDISCIPLINARY PROJECT WORK VisionGuard: AI-Powered Traffic Violation Detection System "Smarter Roads, Safer Lives" Project Phase I Presentation 28th March 2026</vt:lpstr>
      <vt:lpstr>PowerPoint Presentation</vt:lpstr>
      <vt:lpstr>Introduction</vt:lpstr>
      <vt:lpstr>Introduction</vt:lpstr>
      <vt:lpstr>Introduction</vt:lpstr>
      <vt:lpstr>Problem Definition &amp; Objectives</vt:lpstr>
      <vt:lpstr>Problem Definition &amp; Objectives</vt:lpstr>
      <vt:lpstr>Literature Survey</vt:lpstr>
      <vt:lpstr>Literature Survey</vt:lpstr>
      <vt:lpstr>Possible List of Solutions &amp; Block diagram</vt:lpstr>
      <vt:lpstr>Possible List of Solutions &amp; Block diagram</vt:lpstr>
      <vt:lpstr>Methodology/Prototype development plan</vt:lpstr>
      <vt:lpstr>Methodology/Prototype development plan</vt:lpstr>
      <vt:lpstr>Hardware /Software requirement</vt:lpstr>
      <vt:lpstr>Final Deliverables &amp; Applications</vt:lpstr>
      <vt:lpstr>Estimate of Expenditure</vt:lpstr>
      <vt:lpstr>Timeline for completion of project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 Kumar</dc:creator>
  <cp:revision>809</cp:revision>
  <cp:lastPrinted>2025-08-18T04:38:58Z</cp:lastPrinted>
  <dcterms:created xsi:type="dcterms:W3CDTF">2024-05-31T05:37:56Z</dcterms:created>
  <dcterms:modified xsi:type="dcterms:W3CDTF">2026-03-30T07:17:13Z</dcterms:modified>
</cp:coreProperties>
</file>